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4"/>
  </p:sldMasterIdLst>
  <p:sldIdLst>
    <p:sldId id="427" r:id="rId5"/>
    <p:sldId id="430" r:id="rId6"/>
    <p:sldId id="428" r:id="rId7"/>
    <p:sldId id="429" r:id="rId8"/>
    <p:sldId id="359" r:id="rId9"/>
    <p:sldId id="379" r:id="rId10"/>
    <p:sldId id="398" r:id="rId11"/>
  </p:sldIdLst>
  <p:sldSz cx="51200050" cy="288004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32233"/>
    <a:srgbClr val="E89B26"/>
    <a:srgbClr val="DBDFE1"/>
    <a:srgbClr val="F4F5F6"/>
    <a:srgbClr val="021722"/>
    <a:srgbClr val="C17B10"/>
    <a:srgbClr val="031823"/>
    <a:srgbClr val="A6A9AD"/>
    <a:srgbClr val="CCD2D5"/>
    <a:srgbClr val="8DA6B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315" autoAdjust="0"/>
    <p:restoredTop sz="96283" autoAdjust="0"/>
  </p:normalViewPr>
  <p:slideViewPr>
    <p:cSldViewPr snapToGrid="0">
      <p:cViewPr>
        <p:scale>
          <a:sx n="66" d="100"/>
          <a:sy n="66" d="100"/>
        </p:scale>
        <p:origin x="-5550" y="-36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00007" y="4713407"/>
            <a:ext cx="38400038" cy="10026815"/>
          </a:xfrm>
        </p:spPr>
        <p:txBody>
          <a:bodyPr anchor="b"/>
          <a:lstStyle>
            <a:lvl1pPr algn="ctr">
              <a:defRPr sz="25197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00007" y="15126892"/>
            <a:ext cx="38400038" cy="6953434"/>
          </a:xfrm>
        </p:spPr>
        <p:txBody>
          <a:bodyPr/>
          <a:lstStyle>
            <a:lvl1pPr marL="0" indent="0" algn="ctr">
              <a:buNone/>
              <a:defRPr sz="10079"/>
            </a:lvl1pPr>
            <a:lvl2pPr marL="1920011" indent="0" algn="ctr">
              <a:buNone/>
              <a:defRPr sz="8399"/>
            </a:lvl2pPr>
            <a:lvl3pPr marL="3840023" indent="0" algn="ctr">
              <a:buNone/>
              <a:defRPr sz="7559"/>
            </a:lvl3pPr>
            <a:lvl4pPr marL="5760034" indent="0" algn="ctr">
              <a:buNone/>
              <a:defRPr sz="6719"/>
            </a:lvl4pPr>
            <a:lvl5pPr marL="7680046" indent="0" algn="ctr">
              <a:buNone/>
              <a:defRPr sz="6719"/>
            </a:lvl5pPr>
            <a:lvl6pPr marL="9600057" indent="0" algn="ctr">
              <a:buNone/>
              <a:defRPr sz="6719"/>
            </a:lvl6pPr>
            <a:lvl7pPr marL="11520068" indent="0" algn="ctr">
              <a:buNone/>
              <a:defRPr sz="6719"/>
            </a:lvl7pPr>
            <a:lvl8pPr marL="13440080" indent="0" algn="ctr">
              <a:buNone/>
              <a:defRPr sz="6719"/>
            </a:lvl8pPr>
            <a:lvl9pPr marL="15360091" indent="0" algn="ctr">
              <a:buNone/>
              <a:defRPr sz="6719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671846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215972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3338" y="7180112"/>
            <a:ext cx="44160043" cy="11980175"/>
          </a:xfrm>
        </p:spPr>
        <p:txBody>
          <a:bodyPr anchor="b"/>
          <a:lstStyle>
            <a:lvl1pPr>
              <a:defRPr sz="25197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93338" y="19273624"/>
            <a:ext cx="44160043" cy="6300091"/>
          </a:xfrm>
        </p:spPr>
        <p:txBody>
          <a:bodyPr/>
          <a:lstStyle>
            <a:lvl1pPr marL="0" indent="0">
              <a:buNone/>
              <a:defRPr sz="10079">
                <a:solidFill>
                  <a:schemeClr val="tx1">
                    <a:tint val="75000"/>
                  </a:schemeClr>
                </a:solidFill>
              </a:defRPr>
            </a:lvl1pPr>
            <a:lvl2pPr marL="1920011" indent="0">
              <a:buNone/>
              <a:defRPr sz="8399">
                <a:solidFill>
                  <a:schemeClr val="tx1">
                    <a:tint val="75000"/>
                  </a:schemeClr>
                </a:solidFill>
              </a:defRPr>
            </a:lvl2pPr>
            <a:lvl3pPr marL="3840023" indent="0">
              <a:buNone/>
              <a:defRPr sz="7559">
                <a:solidFill>
                  <a:schemeClr val="tx1">
                    <a:tint val="75000"/>
                  </a:schemeClr>
                </a:solidFill>
              </a:defRPr>
            </a:lvl3pPr>
            <a:lvl4pPr marL="5760034" indent="0">
              <a:buNone/>
              <a:defRPr sz="6719">
                <a:solidFill>
                  <a:schemeClr val="tx1">
                    <a:tint val="75000"/>
                  </a:schemeClr>
                </a:solidFill>
              </a:defRPr>
            </a:lvl4pPr>
            <a:lvl5pPr marL="7680046" indent="0">
              <a:buNone/>
              <a:defRPr sz="6719">
                <a:solidFill>
                  <a:schemeClr val="tx1">
                    <a:tint val="75000"/>
                  </a:schemeClr>
                </a:solidFill>
              </a:defRPr>
            </a:lvl5pPr>
            <a:lvl6pPr marL="9600057" indent="0">
              <a:buNone/>
              <a:defRPr sz="6719">
                <a:solidFill>
                  <a:schemeClr val="tx1">
                    <a:tint val="75000"/>
                  </a:schemeClr>
                </a:solidFill>
              </a:defRPr>
            </a:lvl6pPr>
            <a:lvl7pPr marL="11520068" indent="0">
              <a:buNone/>
              <a:defRPr sz="6719">
                <a:solidFill>
                  <a:schemeClr val="tx1">
                    <a:tint val="75000"/>
                  </a:schemeClr>
                </a:solidFill>
              </a:defRPr>
            </a:lvl7pPr>
            <a:lvl8pPr marL="13440080" indent="0">
              <a:buNone/>
              <a:defRPr sz="6719">
                <a:solidFill>
                  <a:schemeClr val="tx1">
                    <a:tint val="75000"/>
                  </a:schemeClr>
                </a:solidFill>
              </a:defRPr>
            </a:lvl8pPr>
            <a:lvl9pPr marL="15360091" indent="0">
              <a:buNone/>
              <a:defRPr sz="671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67307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520004" y="7666782"/>
            <a:ext cx="21760021" cy="18273605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920025" y="7666782"/>
            <a:ext cx="21760021" cy="18273605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967004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6673" y="1533360"/>
            <a:ext cx="44160043" cy="5566751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6675" y="7060108"/>
            <a:ext cx="21660018" cy="3460049"/>
          </a:xfrm>
        </p:spPr>
        <p:txBody>
          <a:bodyPr anchor="b"/>
          <a:lstStyle>
            <a:lvl1pPr marL="0" indent="0">
              <a:buNone/>
              <a:defRPr sz="10079" b="1"/>
            </a:lvl1pPr>
            <a:lvl2pPr marL="1920011" indent="0">
              <a:buNone/>
              <a:defRPr sz="8399" b="1"/>
            </a:lvl2pPr>
            <a:lvl3pPr marL="3840023" indent="0">
              <a:buNone/>
              <a:defRPr sz="7559" b="1"/>
            </a:lvl3pPr>
            <a:lvl4pPr marL="5760034" indent="0">
              <a:buNone/>
              <a:defRPr sz="6719" b="1"/>
            </a:lvl4pPr>
            <a:lvl5pPr marL="7680046" indent="0">
              <a:buNone/>
              <a:defRPr sz="6719" b="1"/>
            </a:lvl5pPr>
            <a:lvl6pPr marL="9600057" indent="0">
              <a:buNone/>
              <a:defRPr sz="6719" b="1"/>
            </a:lvl6pPr>
            <a:lvl7pPr marL="11520068" indent="0">
              <a:buNone/>
              <a:defRPr sz="6719" b="1"/>
            </a:lvl7pPr>
            <a:lvl8pPr marL="13440080" indent="0">
              <a:buNone/>
              <a:defRPr sz="6719" b="1"/>
            </a:lvl8pPr>
            <a:lvl9pPr marL="15360091" indent="0">
              <a:buNone/>
              <a:defRPr sz="6719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526675" y="10520155"/>
            <a:ext cx="21660018" cy="15473564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5920025" y="7060108"/>
            <a:ext cx="21766690" cy="3460049"/>
          </a:xfrm>
        </p:spPr>
        <p:txBody>
          <a:bodyPr anchor="b"/>
          <a:lstStyle>
            <a:lvl1pPr marL="0" indent="0">
              <a:buNone/>
              <a:defRPr sz="10079" b="1"/>
            </a:lvl1pPr>
            <a:lvl2pPr marL="1920011" indent="0">
              <a:buNone/>
              <a:defRPr sz="8399" b="1"/>
            </a:lvl2pPr>
            <a:lvl3pPr marL="3840023" indent="0">
              <a:buNone/>
              <a:defRPr sz="7559" b="1"/>
            </a:lvl3pPr>
            <a:lvl4pPr marL="5760034" indent="0">
              <a:buNone/>
              <a:defRPr sz="6719" b="1"/>
            </a:lvl4pPr>
            <a:lvl5pPr marL="7680046" indent="0">
              <a:buNone/>
              <a:defRPr sz="6719" b="1"/>
            </a:lvl5pPr>
            <a:lvl6pPr marL="9600057" indent="0">
              <a:buNone/>
              <a:defRPr sz="6719" b="1"/>
            </a:lvl6pPr>
            <a:lvl7pPr marL="11520068" indent="0">
              <a:buNone/>
              <a:defRPr sz="6719" b="1"/>
            </a:lvl7pPr>
            <a:lvl8pPr marL="13440080" indent="0">
              <a:buNone/>
              <a:defRPr sz="6719" b="1"/>
            </a:lvl8pPr>
            <a:lvl9pPr marL="15360091" indent="0">
              <a:buNone/>
              <a:defRPr sz="6719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5920025" y="10520155"/>
            <a:ext cx="21766690" cy="15473564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916894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731106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162142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6675" y="1920030"/>
            <a:ext cx="16513346" cy="6720099"/>
          </a:xfrm>
        </p:spPr>
        <p:txBody>
          <a:bodyPr anchor="b"/>
          <a:lstStyle>
            <a:lvl1pPr>
              <a:defRPr sz="13438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766691" y="4146732"/>
            <a:ext cx="25920025" cy="20466969"/>
          </a:xfrm>
        </p:spPr>
        <p:txBody>
          <a:bodyPr/>
          <a:lstStyle>
            <a:lvl1pPr>
              <a:defRPr sz="13438"/>
            </a:lvl1pPr>
            <a:lvl2pPr>
              <a:defRPr sz="11759"/>
            </a:lvl2pPr>
            <a:lvl3pPr>
              <a:defRPr sz="10079"/>
            </a:lvl3pPr>
            <a:lvl4pPr>
              <a:defRPr sz="8399"/>
            </a:lvl4pPr>
            <a:lvl5pPr>
              <a:defRPr sz="8399"/>
            </a:lvl5pPr>
            <a:lvl6pPr>
              <a:defRPr sz="8399"/>
            </a:lvl6pPr>
            <a:lvl7pPr>
              <a:defRPr sz="8399"/>
            </a:lvl7pPr>
            <a:lvl8pPr>
              <a:defRPr sz="8399"/>
            </a:lvl8pPr>
            <a:lvl9pPr>
              <a:defRPr sz="8399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6675" y="8640129"/>
            <a:ext cx="16513346" cy="16006905"/>
          </a:xfrm>
        </p:spPr>
        <p:txBody>
          <a:bodyPr/>
          <a:lstStyle>
            <a:lvl1pPr marL="0" indent="0">
              <a:buNone/>
              <a:defRPr sz="6719"/>
            </a:lvl1pPr>
            <a:lvl2pPr marL="1920011" indent="0">
              <a:buNone/>
              <a:defRPr sz="5879"/>
            </a:lvl2pPr>
            <a:lvl3pPr marL="3840023" indent="0">
              <a:buNone/>
              <a:defRPr sz="5039"/>
            </a:lvl3pPr>
            <a:lvl4pPr marL="5760034" indent="0">
              <a:buNone/>
              <a:defRPr sz="4200"/>
            </a:lvl4pPr>
            <a:lvl5pPr marL="7680046" indent="0">
              <a:buNone/>
              <a:defRPr sz="4200"/>
            </a:lvl5pPr>
            <a:lvl6pPr marL="9600057" indent="0">
              <a:buNone/>
              <a:defRPr sz="4200"/>
            </a:lvl6pPr>
            <a:lvl7pPr marL="11520068" indent="0">
              <a:buNone/>
              <a:defRPr sz="4200"/>
            </a:lvl7pPr>
            <a:lvl8pPr marL="13440080" indent="0">
              <a:buNone/>
              <a:defRPr sz="4200"/>
            </a:lvl8pPr>
            <a:lvl9pPr marL="15360091" indent="0">
              <a:buNone/>
              <a:defRPr sz="42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803653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6675" y="1920030"/>
            <a:ext cx="16513346" cy="6720099"/>
          </a:xfrm>
        </p:spPr>
        <p:txBody>
          <a:bodyPr anchor="b"/>
          <a:lstStyle>
            <a:lvl1pPr>
              <a:defRPr sz="13438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766691" y="4146732"/>
            <a:ext cx="25920025" cy="20466969"/>
          </a:xfrm>
        </p:spPr>
        <p:txBody>
          <a:bodyPr anchor="t"/>
          <a:lstStyle>
            <a:lvl1pPr marL="0" indent="0">
              <a:buNone/>
              <a:defRPr sz="13438"/>
            </a:lvl1pPr>
            <a:lvl2pPr marL="1920011" indent="0">
              <a:buNone/>
              <a:defRPr sz="11759"/>
            </a:lvl2pPr>
            <a:lvl3pPr marL="3840023" indent="0">
              <a:buNone/>
              <a:defRPr sz="10079"/>
            </a:lvl3pPr>
            <a:lvl4pPr marL="5760034" indent="0">
              <a:buNone/>
              <a:defRPr sz="8399"/>
            </a:lvl4pPr>
            <a:lvl5pPr marL="7680046" indent="0">
              <a:buNone/>
              <a:defRPr sz="8399"/>
            </a:lvl5pPr>
            <a:lvl6pPr marL="9600057" indent="0">
              <a:buNone/>
              <a:defRPr sz="8399"/>
            </a:lvl6pPr>
            <a:lvl7pPr marL="11520068" indent="0">
              <a:buNone/>
              <a:defRPr sz="8399"/>
            </a:lvl7pPr>
            <a:lvl8pPr marL="13440080" indent="0">
              <a:buNone/>
              <a:defRPr sz="8399"/>
            </a:lvl8pPr>
            <a:lvl9pPr marL="15360091" indent="0">
              <a:buNone/>
              <a:defRPr sz="8399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6675" y="8640129"/>
            <a:ext cx="16513346" cy="16006905"/>
          </a:xfrm>
        </p:spPr>
        <p:txBody>
          <a:bodyPr/>
          <a:lstStyle>
            <a:lvl1pPr marL="0" indent="0">
              <a:buNone/>
              <a:defRPr sz="6719"/>
            </a:lvl1pPr>
            <a:lvl2pPr marL="1920011" indent="0">
              <a:buNone/>
              <a:defRPr sz="5879"/>
            </a:lvl2pPr>
            <a:lvl3pPr marL="3840023" indent="0">
              <a:buNone/>
              <a:defRPr sz="5039"/>
            </a:lvl3pPr>
            <a:lvl4pPr marL="5760034" indent="0">
              <a:buNone/>
              <a:defRPr sz="4200"/>
            </a:lvl4pPr>
            <a:lvl5pPr marL="7680046" indent="0">
              <a:buNone/>
              <a:defRPr sz="4200"/>
            </a:lvl5pPr>
            <a:lvl6pPr marL="9600057" indent="0">
              <a:buNone/>
              <a:defRPr sz="4200"/>
            </a:lvl6pPr>
            <a:lvl7pPr marL="11520068" indent="0">
              <a:buNone/>
              <a:defRPr sz="4200"/>
            </a:lvl7pPr>
            <a:lvl8pPr marL="13440080" indent="0">
              <a:buNone/>
              <a:defRPr sz="4200"/>
            </a:lvl8pPr>
            <a:lvl9pPr marL="15360091" indent="0">
              <a:buNone/>
              <a:defRPr sz="42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82128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147665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6640037" y="1533358"/>
            <a:ext cx="11040011" cy="24407029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520002" y="1533358"/>
            <a:ext cx="32480032" cy="24407029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917725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520005" y="1533360"/>
            <a:ext cx="44160043" cy="55667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0005" y="7666782"/>
            <a:ext cx="44160043" cy="182736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520005" y="26693729"/>
            <a:ext cx="11520011" cy="153335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03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62B505-841C-4C89-B392-8F545B9B6E7F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60018" y="26693729"/>
            <a:ext cx="17280017" cy="153335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03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160035" y="26693729"/>
            <a:ext cx="11520011" cy="153335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03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7E1FCA55-1A9B-DBF8-2845-15C380F0083F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23060025" y="27893745"/>
            <a:ext cx="5200005" cy="205121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pt-BR" sz="1333">
                <a:solidFill>
                  <a:srgbClr val="0000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This content is Internal.</a:t>
            </a:r>
          </a:p>
        </p:txBody>
      </p:sp>
    </p:spTree>
    <p:extLst>
      <p:ext uri="{BB962C8B-B14F-4D97-AF65-F5344CB8AC3E}">
        <p14:creationId xmlns:p14="http://schemas.microsoft.com/office/powerpoint/2010/main" val="31078191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3840023" rtl="0" eaLnBrk="1" latinLnBrk="0" hangingPunct="1">
        <a:lnSpc>
          <a:spcPct val="90000"/>
        </a:lnSpc>
        <a:spcBef>
          <a:spcPct val="0"/>
        </a:spcBef>
        <a:buNone/>
        <a:defRPr sz="1847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60006" indent="-960006" algn="l" defTabSz="3840023" rtl="0" eaLnBrk="1" latinLnBrk="0" hangingPunct="1">
        <a:lnSpc>
          <a:spcPct val="90000"/>
        </a:lnSpc>
        <a:spcBef>
          <a:spcPts val="4200"/>
        </a:spcBef>
        <a:buFont typeface="Arial" panose="020B0604020202020204" pitchFamily="34" charset="0"/>
        <a:buChar char="•"/>
        <a:defRPr sz="11759" kern="1200">
          <a:solidFill>
            <a:schemeClr val="tx1"/>
          </a:solidFill>
          <a:latin typeface="+mn-lt"/>
          <a:ea typeface="+mn-ea"/>
          <a:cs typeface="+mn-cs"/>
        </a:defRPr>
      </a:lvl1pPr>
      <a:lvl2pPr marL="2880017" indent="-960006" algn="l" defTabSz="3840023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10079" kern="1200">
          <a:solidFill>
            <a:schemeClr val="tx1"/>
          </a:solidFill>
          <a:latin typeface="+mn-lt"/>
          <a:ea typeface="+mn-ea"/>
          <a:cs typeface="+mn-cs"/>
        </a:defRPr>
      </a:lvl2pPr>
      <a:lvl3pPr marL="4800029" indent="-960006" algn="l" defTabSz="3840023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8399" kern="1200">
          <a:solidFill>
            <a:schemeClr val="tx1"/>
          </a:solidFill>
          <a:latin typeface="+mn-lt"/>
          <a:ea typeface="+mn-ea"/>
          <a:cs typeface="+mn-cs"/>
        </a:defRPr>
      </a:lvl3pPr>
      <a:lvl4pPr marL="6720040" indent="-960006" algn="l" defTabSz="3840023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7559" kern="1200">
          <a:solidFill>
            <a:schemeClr val="tx1"/>
          </a:solidFill>
          <a:latin typeface="+mn-lt"/>
          <a:ea typeface="+mn-ea"/>
          <a:cs typeface="+mn-cs"/>
        </a:defRPr>
      </a:lvl4pPr>
      <a:lvl5pPr marL="8640051" indent="-960006" algn="l" defTabSz="3840023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7559" kern="1200">
          <a:solidFill>
            <a:schemeClr val="tx1"/>
          </a:solidFill>
          <a:latin typeface="+mn-lt"/>
          <a:ea typeface="+mn-ea"/>
          <a:cs typeface="+mn-cs"/>
        </a:defRPr>
      </a:lvl5pPr>
      <a:lvl6pPr marL="10560063" indent="-960006" algn="l" defTabSz="3840023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7559" kern="1200">
          <a:solidFill>
            <a:schemeClr val="tx1"/>
          </a:solidFill>
          <a:latin typeface="+mn-lt"/>
          <a:ea typeface="+mn-ea"/>
          <a:cs typeface="+mn-cs"/>
        </a:defRPr>
      </a:lvl6pPr>
      <a:lvl7pPr marL="12480074" indent="-960006" algn="l" defTabSz="3840023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7559" kern="1200">
          <a:solidFill>
            <a:schemeClr val="tx1"/>
          </a:solidFill>
          <a:latin typeface="+mn-lt"/>
          <a:ea typeface="+mn-ea"/>
          <a:cs typeface="+mn-cs"/>
        </a:defRPr>
      </a:lvl7pPr>
      <a:lvl8pPr marL="14400086" indent="-960006" algn="l" defTabSz="3840023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7559" kern="1200">
          <a:solidFill>
            <a:schemeClr val="tx1"/>
          </a:solidFill>
          <a:latin typeface="+mn-lt"/>
          <a:ea typeface="+mn-ea"/>
          <a:cs typeface="+mn-cs"/>
        </a:defRPr>
      </a:lvl8pPr>
      <a:lvl9pPr marL="16320097" indent="-960006" algn="l" defTabSz="3840023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755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840023" rtl="0" eaLnBrk="1" latinLnBrk="0" hangingPunct="1">
        <a:defRPr sz="7559" kern="1200">
          <a:solidFill>
            <a:schemeClr val="tx1"/>
          </a:solidFill>
          <a:latin typeface="+mn-lt"/>
          <a:ea typeface="+mn-ea"/>
          <a:cs typeface="+mn-cs"/>
        </a:defRPr>
      </a:lvl1pPr>
      <a:lvl2pPr marL="1920011" algn="l" defTabSz="3840023" rtl="0" eaLnBrk="1" latinLnBrk="0" hangingPunct="1">
        <a:defRPr sz="7559" kern="1200">
          <a:solidFill>
            <a:schemeClr val="tx1"/>
          </a:solidFill>
          <a:latin typeface="+mn-lt"/>
          <a:ea typeface="+mn-ea"/>
          <a:cs typeface="+mn-cs"/>
        </a:defRPr>
      </a:lvl2pPr>
      <a:lvl3pPr marL="3840023" algn="l" defTabSz="3840023" rtl="0" eaLnBrk="1" latinLnBrk="0" hangingPunct="1">
        <a:defRPr sz="7559" kern="1200">
          <a:solidFill>
            <a:schemeClr val="tx1"/>
          </a:solidFill>
          <a:latin typeface="+mn-lt"/>
          <a:ea typeface="+mn-ea"/>
          <a:cs typeface="+mn-cs"/>
        </a:defRPr>
      </a:lvl3pPr>
      <a:lvl4pPr marL="5760034" algn="l" defTabSz="3840023" rtl="0" eaLnBrk="1" latinLnBrk="0" hangingPunct="1">
        <a:defRPr sz="7559" kern="1200">
          <a:solidFill>
            <a:schemeClr val="tx1"/>
          </a:solidFill>
          <a:latin typeface="+mn-lt"/>
          <a:ea typeface="+mn-ea"/>
          <a:cs typeface="+mn-cs"/>
        </a:defRPr>
      </a:lvl4pPr>
      <a:lvl5pPr marL="7680046" algn="l" defTabSz="3840023" rtl="0" eaLnBrk="1" latinLnBrk="0" hangingPunct="1">
        <a:defRPr sz="7559" kern="1200">
          <a:solidFill>
            <a:schemeClr val="tx1"/>
          </a:solidFill>
          <a:latin typeface="+mn-lt"/>
          <a:ea typeface="+mn-ea"/>
          <a:cs typeface="+mn-cs"/>
        </a:defRPr>
      </a:lvl5pPr>
      <a:lvl6pPr marL="9600057" algn="l" defTabSz="3840023" rtl="0" eaLnBrk="1" latinLnBrk="0" hangingPunct="1">
        <a:defRPr sz="7559" kern="1200">
          <a:solidFill>
            <a:schemeClr val="tx1"/>
          </a:solidFill>
          <a:latin typeface="+mn-lt"/>
          <a:ea typeface="+mn-ea"/>
          <a:cs typeface="+mn-cs"/>
        </a:defRPr>
      </a:lvl6pPr>
      <a:lvl7pPr marL="11520068" algn="l" defTabSz="3840023" rtl="0" eaLnBrk="1" latinLnBrk="0" hangingPunct="1">
        <a:defRPr sz="7559" kern="1200">
          <a:solidFill>
            <a:schemeClr val="tx1"/>
          </a:solidFill>
          <a:latin typeface="+mn-lt"/>
          <a:ea typeface="+mn-ea"/>
          <a:cs typeface="+mn-cs"/>
        </a:defRPr>
      </a:lvl7pPr>
      <a:lvl8pPr marL="13440080" algn="l" defTabSz="3840023" rtl="0" eaLnBrk="1" latinLnBrk="0" hangingPunct="1">
        <a:defRPr sz="7559" kern="1200">
          <a:solidFill>
            <a:schemeClr val="tx1"/>
          </a:solidFill>
          <a:latin typeface="+mn-lt"/>
          <a:ea typeface="+mn-ea"/>
          <a:cs typeface="+mn-cs"/>
        </a:defRPr>
      </a:lvl8pPr>
      <a:lvl9pPr marL="15360091" algn="l" defTabSz="3840023" rtl="0" eaLnBrk="1" latinLnBrk="0" hangingPunct="1">
        <a:defRPr sz="755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246A0-EAFD-0FCF-DA0C-4E454B9E83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tângulo: Cantos Arredondados 36">
            <a:extLst>
              <a:ext uri="{FF2B5EF4-FFF2-40B4-BE49-F238E27FC236}">
                <a16:creationId xmlns:a16="http://schemas.microsoft.com/office/drawing/2014/main" id="{922BA49C-667F-8E00-5976-8B268C571423}"/>
              </a:ext>
            </a:extLst>
          </p:cNvPr>
          <p:cNvSpPr/>
          <p:nvPr/>
        </p:nvSpPr>
        <p:spPr>
          <a:xfrm>
            <a:off x="17472027" y="9852690"/>
            <a:ext cx="16255996" cy="9119542"/>
          </a:xfrm>
          <a:prstGeom prst="roundRect">
            <a:avLst>
              <a:gd name="adj" fmla="val 3334"/>
            </a:avLst>
          </a:prstGeom>
          <a:solidFill>
            <a:srgbClr val="F5F7F9"/>
          </a:solidFill>
          <a:ln>
            <a:solidFill>
              <a:srgbClr val="F5F7F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A08E81FD-7CE1-E154-0EFF-8D6898AA469F}"/>
              </a:ext>
            </a:extLst>
          </p:cNvPr>
          <p:cNvSpPr/>
          <p:nvPr/>
        </p:nvSpPr>
        <p:spPr>
          <a:xfrm>
            <a:off x="17587321" y="9925420"/>
            <a:ext cx="995739" cy="8770902"/>
          </a:xfrm>
          <a:prstGeom prst="roundRect">
            <a:avLst>
              <a:gd name="adj" fmla="val 24349"/>
            </a:avLst>
          </a:prstGeom>
          <a:gradFill flip="none" rotWithShape="1">
            <a:gsLst>
              <a:gs pos="0">
                <a:srgbClr val="05324B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lin ang="2700000" scaled="1"/>
            <a:tileRect/>
          </a:gradFill>
          <a:ln>
            <a:solidFill>
              <a:srgbClr val="074365"/>
            </a:solidFill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endParaRPr lang="pt-BR" sz="3467" dirty="0">
              <a:solidFill>
                <a:schemeClr val="bg1"/>
              </a:solidFill>
              <a:latin typeface="Din"/>
            </a:endParaRPr>
          </a:p>
        </p:txBody>
      </p:sp>
      <p:pic>
        <p:nvPicPr>
          <p:cNvPr id="54" name="Imagem 53">
            <a:extLst>
              <a:ext uri="{FF2B5EF4-FFF2-40B4-BE49-F238E27FC236}">
                <a16:creationId xmlns:a16="http://schemas.microsoft.com/office/drawing/2014/main" id="{0764FC4C-5E15-4472-F9AC-A1F5515DC5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75827" y="10067041"/>
            <a:ext cx="795715" cy="722269"/>
          </a:xfrm>
          <a:prstGeom prst="rect">
            <a:avLst/>
          </a:prstGeom>
        </p:spPr>
      </p:pic>
      <p:pic>
        <p:nvPicPr>
          <p:cNvPr id="12" name="Imagem 11" descr="Forma, Retângulo&#10;&#10;O conteúdo gerado por IA pode estar incorreto.">
            <a:extLst>
              <a:ext uri="{FF2B5EF4-FFF2-40B4-BE49-F238E27FC236}">
                <a16:creationId xmlns:a16="http://schemas.microsoft.com/office/drawing/2014/main" id="{FFE3B2E6-E44A-7BE6-4582-9ABBD9F222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0540940"/>
            <a:ext cx="532660" cy="532660"/>
          </a:xfrm>
          <a:prstGeom prst="rect">
            <a:avLst/>
          </a:prstGeom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</p:pic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341A8514-0D79-1679-38D6-F7B6DDB60D81}"/>
              </a:ext>
            </a:extLst>
          </p:cNvPr>
          <p:cNvSpPr/>
          <p:nvPr/>
        </p:nvSpPr>
        <p:spPr>
          <a:xfrm>
            <a:off x="18878190" y="11075213"/>
            <a:ext cx="2573924" cy="1602422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23" name="Agrupar 22">
            <a:extLst>
              <a:ext uri="{FF2B5EF4-FFF2-40B4-BE49-F238E27FC236}">
                <a16:creationId xmlns:a16="http://schemas.microsoft.com/office/drawing/2014/main" id="{AD403E0B-68F1-F803-AC88-2AAF493F629C}"/>
              </a:ext>
            </a:extLst>
          </p:cNvPr>
          <p:cNvGrpSpPr/>
          <p:nvPr/>
        </p:nvGrpSpPr>
        <p:grpSpPr>
          <a:xfrm>
            <a:off x="18878189" y="9925420"/>
            <a:ext cx="13738802" cy="995739"/>
            <a:chOff x="18680926" y="9879347"/>
            <a:chExt cx="14002071" cy="1122481"/>
          </a:xfrm>
        </p:grpSpPr>
        <p:sp>
          <p:nvSpPr>
            <p:cNvPr id="6" name="Retângulo: Cantos Arredondados 5">
              <a:extLst>
                <a:ext uri="{FF2B5EF4-FFF2-40B4-BE49-F238E27FC236}">
                  <a16:creationId xmlns:a16="http://schemas.microsoft.com/office/drawing/2014/main" id="{2936A74F-0D12-A8CE-C74C-1E100545AE20}"/>
                </a:ext>
              </a:extLst>
            </p:cNvPr>
            <p:cNvSpPr/>
            <p:nvPr/>
          </p:nvSpPr>
          <p:spPr>
            <a:xfrm rot="16200000">
              <a:off x="25120721" y="3439552"/>
              <a:ext cx="1122481" cy="14002071"/>
            </a:xfrm>
            <a:prstGeom prst="roundRect">
              <a:avLst>
                <a:gd name="adj" fmla="val 24349"/>
              </a:avLst>
            </a:prstGeom>
            <a:gradFill flip="none" rotWithShape="1">
              <a:gsLst>
                <a:gs pos="0">
                  <a:srgbClr val="05324B"/>
                </a:gs>
                <a:gs pos="62000">
                  <a:srgbClr val="032030"/>
                </a:gs>
                <a:gs pos="76000">
                  <a:srgbClr val="032030"/>
                </a:gs>
                <a:gs pos="100000">
                  <a:srgbClr val="032030"/>
                </a:gs>
              </a:gsLst>
              <a:lin ang="2700000" scaled="1"/>
              <a:tileRect/>
            </a:gradFill>
            <a:ln>
              <a:solidFill>
                <a:srgbClr val="074365"/>
              </a:solidFill>
            </a:ln>
            <a:effectLst>
              <a:outerShdw blurRad="50800" dist="38100" dir="3300000" algn="t" rotWithShape="0">
                <a:schemeClr val="bg1">
                  <a:alpha val="4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endParaRPr lang="pt-BR" sz="3467" dirty="0">
                <a:solidFill>
                  <a:schemeClr val="bg1"/>
                </a:solidFill>
                <a:latin typeface="Din"/>
              </a:endParaRPr>
            </a:p>
          </p:txBody>
        </p:sp>
        <p:sp>
          <p:nvSpPr>
            <p:cNvPr id="3" name="CaixaDeTexto 2">
              <a:extLst>
                <a:ext uri="{FF2B5EF4-FFF2-40B4-BE49-F238E27FC236}">
                  <a16:creationId xmlns:a16="http://schemas.microsoft.com/office/drawing/2014/main" id="{B1B62EE3-B2AF-43A4-5D8B-C45F21C8A90F}"/>
                </a:ext>
              </a:extLst>
            </p:cNvPr>
            <p:cNvSpPr txBox="1"/>
            <p:nvPr/>
          </p:nvSpPr>
          <p:spPr>
            <a:xfrm>
              <a:off x="18891466" y="10005809"/>
              <a:ext cx="8656648" cy="5898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800" b="1" dirty="0">
                  <a:solidFill>
                    <a:schemeClr val="bg1"/>
                  </a:solidFill>
                  <a:latin typeface="Din"/>
                </a:rPr>
                <a:t>Sales Insights – Visão Executiva</a:t>
              </a:r>
            </a:p>
          </p:txBody>
        </p:sp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id="{80B56D43-60F4-C746-C7FB-FC9064EF93EA}"/>
                </a:ext>
              </a:extLst>
            </p:cNvPr>
            <p:cNvSpPr txBox="1"/>
            <p:nvPr/>
          </p:nvSpPr>
          <p:spPr>
            <a:xfrm>
              <a:off x="18891466" y="10581735"/>
              <a:ext cx="8656648" cy="3469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>
                  <a:solidFill>
                    <a:schemeClr val="bg2">
                      <a:lumMod val="90000"/>
                    </a:schemeClr>
                  </a:solidFill>
                  <a:latin typeface="Din"/>
                </a:rPr>
                <a:t>Bimbo Brasil</a:t>
              </a:r>
              <a:r>
                <a:rPr lang="pt-BR" sz="1400" b="0" i="0" dirty="0">
                  <a:solidFill>
                    <a:schemeClr val="bg2">
                      <a:lumMod val="90000"/>
                    </a:schemeClr>
                  </a:solidFill>
                  <a:effectLst/>
                  <a:latin typeface="Segoe UI" panose="020B0502040204020203" pitchFamily="34" charset="0"/>
                </a:rPr>
                <a:t> · Controladoria DNA</a:t>
              </a:r>
              <a:endParaRPr lang="pt-BR" sz="1400" dirty="0">
                <a:solidFill>
                  <a:schemeClr val="bg2">
                    <a:lumMod val="90000"/>
                  </a:schemeClr>
                </a:solidFill>
                <a:latin typeface="Din"/>
              </a:endParaRPr>
            </a:p>
          </p:txBody>
        </p:sp>
      </p:grp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4B5F0A38-708B-F989-8890-E386D254753D}"/>
              </a:ext>
            </a:extLst>
          </p:cNvPr>
          <p:cNvSpPr/>
          <p:nvPr/>
        </p:nvSpPr>
        <p:spPr>
          <a:xfrm>
            <a:off x="18878190" y="12870836"/>
            <a:ext cx="7145924" cy="2825929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" name="Retângulo: Cantos Arredondados 48">
            <a:extLst>
              <a:ext uri="{FF2B5EF4-FFF2-40B4-BE49-F238E27FC236}">
                <a16:creationId xmlns:a16="http://schemas.microsoft.com/office/drawing/2014/main" id="{1AFBA749-4C37-CC0F-71AA-C937F45EC362}"/>
              </a:ext>
            </a:extLst>
          </p:cNvPr>
          <p:cNvSpPr/>
          <p:nvPr/>
        </p:nvSpPr>
        <p:spPr>
          <a:xfrm>
            <a:off x="26304730" y="12870836"/>
            <a:ext cx="7145924" cy="2825929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0" name="Retângulo: Cantos Arredondados 49">
            <a:extLst>
              <a:ext uri="{FF2B5EF4-FFF2-40B4-BE49-F238E27FC236}">
                <a16:creationId xmlns:a16="http://schemas.microsoft.com/office/drawing/2014/main" id="{62A9A4D0-9EF8-8CEC-2BA8-796EC9B169DB}"/>
              </a:ext>
            </a:extLst>
          </p:cNvPr>
          <p:cNvSpPr/>
          <p:nvPr/>
        </p:nvSpPr>
        <p:spPr>
          <a:xfrm>
            <a:off x="18878190" y="15870393"/>
            <a:ext cx="7145924" cy="2825929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1" name="Retângulo: Cantos Arredondados 50">
            <a:extLst>
              <a:ext uri="{FF2B5EF4-FFF2-40B4-BE49-F238E27FC236}">
                <a16:creationId xmlns:a16="http://schemas.microsoft.com/office/drawing/2014/main" id="{58B60AF1-BD29-2168-A508-488D2E6C3B1A}"/>
              </a:ext>
            </a:extLst>
          </p:cNvPr>
          <p:cNvSpPr/>
          <p:nvPr/>
        </p:nvSpPr>
        <p:spPr>
          <a:xfrm>
            <a:off x="26304730" y="15870393"/>
            <a:ext cx="7145924" cy="2825929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2" name="Retângulo: Cantos Arredondados 61">
            <a:extLst>
              <a:ext uri="{FF2B5EF4-FFF2-40B4-BE49-F238E27FC236}">
                <a16:creationId xmlns:a16="http://schemas.microsoft.com/office/drawing/2014/main" id="{5711181D-BB96-850C-870A-07D56216DE55}"/>
              </a:ext>
            </a:extLst>
          </p:cNvPr>
          <p:cNvSpPr/>
          <p:nvPr/>
        </p:nvSpPr>
        <p:spPr>
          <a:xfrm>
            <a:off x="21877825" y="11075213"/>
            <a:ext cx="2573924" cy="1602422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3" name="Retângulo: Cantos Arredondados 62">
            <a:extLst>
              <a:ext uri="{FF2B5EF4-FFF2-40B4-BE49-F238E27FC236}">
                <a16:creationId xmlns:a16="http://schemas.microsoft.com/office/drawing/2014/main" id="{67EB91CB-9834-2AC8-62DE-70F42D1E7819}"/>
              </a:ext>
            </a:extLst>
          </p:cNvPr>
          <p:cNvSpPr/>
          <p:nvPr/>
        </p:nvSpPr>
        <p:spPr>
          <a:xfrm>
            <a:off x="24877460" y="11075213"/>
            <a:ext cx="2573924" cy="1602422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4" name="Retângulo: Cantos Arredondados 63">
            <a:extLst>
              <a:ext uri="{FF2B5EF4-FFF2-40B4-BE49-F238E27FC236}">
                <a16:creationId xmlns:a16="http://schemas.microsoft.com/office/drawing/2014/main" id="{EF74F2E8-1E78-8CB3-9C6F-83477FEDFC88}"/>
              </a:ext>
            </a:extLst>
          </p:cNvPr>
          <p:cNvSpPr/>
          <p:nvPr/>
        </p:nvSpPr>
        <p:spPr>
          <a:xfrm>
            <a:off x="27877095" y="11075213"/>
            <a:ext cx="2573924" cy="1602422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5" name="Retângulo: Cantos Arredondados 64">
            <a:extLst>
              <a:ext uri="{FF2B5EF4-FFF2-40B4-BE49-F238E27FC236}">
                <a16:creationId xmlns:a16="http://schemas.microsoft.com/office/drawing/2014/main" id="{9006A682-D02A-A27F-1EE9-F72CC4E4F038}"/>
              </a:ext>
            </a:extLst>
          </p:cNvPr>
          <p:cNvSpPr/>
          <p:nvPr/>
        </p:nvSpPr>
        <p:spPr>
          <a:xfrm>
            <a:off x="30876730" y="11075213"/>
            <a:ext cx="2573924" cy="1602422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66" name="Imagem 65" descr="Ícone&#10;&#10;O conteúdo gerado por IA pode estar incorreto.">
            <a:extLst>
              <a:ext uri="{FF2B5EF4-FFF2-40B4-BE49-F238E27FC236}">
                <a16:creationId xmlns:a16="http://schemas.microsoft.com/office/drawing/2014/main" id="{195E2982-3C2A-2F2C-3F2F-F1D097F7AF4D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39" y="13678050"/>
            <a:ext cx="532661" cy="532661"/>
          </a:xfrm>
          <a:prstGeom prst="rect">
            <a:avLst/>
          </a:prstGeom>
        </p:spPr>
      </p:pic>
      <p:pic>
        <p:nvPicPr>
          <p:cNvPr id="67" name="Imagem 66" descr="Ícone&#10;&#10;O conteúdo gerado por IA pode estar incorreto.">
            <a:extLst>
              <a:ext uri="{FF2B5EF4-FFF2-40B4-BE49-F238E27FC236}">
                <a16:creationId xmlns:a16="http://schemas.microsoft.com/office/drawing/2014/main" id="{DD8CAACE-E30A-53E2-0231-A76E6FB89ECB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1586643"/>
            <a:ext cx="532661" cy="532661"/>
          </a:xfrm>
          <a:prstGeom prst="rect">
            <a:avLst/>
          </a:prstGeom>
        </p:spPr>
      </p:pic>
      <p:pic>
        <p:nvPicPr>
          <p:cNvPr id="68" name="Imagem 67" descr="Ícone&#10;&#10;O conteúdo gerado por IA pode estar incorreto.">
            <a:extLst>
              <a:ext uri="{FF2B5EF4-FFF2-40B4-BE49-F238E27FC236}">
                <a16:creationId xmlns:a16="http://schemas.microsoft.com/office/drawing/2014/main" id="{9323B7DA-0FA0-E156-2B6B-3D87F836D90E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2646861"/>
            <a:ext cx="532660" cy="532660"/>
          </a:xfrm>
          <a:prstGeom prst="rect">
            <a:avLst/>
          </a:prstGeom>
        </p:spPr>
      </p:pic>
      <p:pic>
        <p:nvPicPr>
          <p:cNvPr id="70" name="Imagem 69" descr="Logotipo, nome da empresa&#10;&#10;O conteúdo gerado por IA pode estar incorreto.">
            <a:extLst>
              <a:ext uri="{FF2B5EF4-FFF2-40B4-BE49-F238E27FC236}">
                <a16:creationId xmlns:a16="http://schemas.microsoft.com/office/drawing/2014/main" id="{64B5CA19-1646-97AB-6794-FABCA18AE4C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70283" y="17827977"/>
            <a:ext cx="887870" cy="810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5839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F82C59-4899-035E-3BA8-BF64DD6DA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tângulo: Cantos Arredondados 36">
            <a:extLst>
              <a:ext uri="{FF2B5EF4-FFF2-40B4-BE49-F238E27FC236}">
                <a16:creationId xmlns:a16="http://schemas.microsoft.com/office/drawing/2014/main" id="{2FC03085-CC76-C555-725A-A7677B79034E}"/>
              </a:ext>
            </a:extLst>
          </p:cNvPr>
          <p:cNvSpPr/>
          <p:nvPr/>
        </p:nvSpPr>
        <p:spPr>
          <a:xfrm>
            <a:off x="17472027" y="9852690"/>
            <a:ext cx="16255996" cy="9119542"/>
          </a:xfrm>
          <a:prstGeom prst="roundRect">
            <a:avLst>
              <a:gd name="adj" fmla="val 3334"/>
            </a:avLst>
          </a:prstGeom>
          <a:solidFill>
            <a:srgbClr val="F5F7F9"/>
          </a:solidFill>
          <a:ln>
            <a:solidFill>
              <a:srgbClr val="F5F7F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C1E9C046-7A48-2D7B-0FB4-2D257A9168A5}"/>
              </a:ext>
            </a:extLst>
          </p:cNvPr>
          <p:cNvSpPr/>
          <p:nvPr/>
        </p:nvSpPr>
        <p:spPr>
          <a:xfrm>
            <a:off x="17587321" y="9925420"/>
            <a:ext cx="995739" cy="8770902"/>
          </a:xfrm>
          <a:prstGeom prst="roundRect">
            <a:avLst>
              <a:gd name="adj" fmla="val 24349"/>
            </a:avLst>
          </a:prstGeom>
          <a:gradFill flip="none" rotWithShape="1">
            <a:gsLst>
              <a:gs pos="0">
                <a:srgbClr val="05324B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lin ang="2700000" scaled="1"/>
            <a:tileRect/>
          </a:gradFill>
          <a:ln>
            <a:solidFill>
              <a:srgbClr val="074365"/>
            </a:solidFill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endParaRPr lang="pt-BR" sz="3467" dirty="0">
              <a:solidFill>
                <a:schemeClr val="bg1"/>
              </a:solidFill>
              <a:latin typeface="Din"/>
            </a:endParaRPr>
          </a:p>
        </p:txBody>
      </p:sp>
      <p:pic>
        <p:nvPicPr>
          <p:cNvPr id="54" name="Imagem 53">
            <a:extLst>
              <a:ext uri="{FF2B5EF4-FFF2-40B4-BE49-F238E27FC236}">
                <a16:creationId xmlns:a16="http://schemas.microsoft.com/office/drawing/2014/main" id="{5333ED6B-1C63-5EFE-7238-10EB40C7D6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75827" y="10067041"/>
            <a:ext cx="795715" cy="722269"/>
          </a:xfrm>
          <a:prstGeom prst="rect">
            <a:avLst/>
          </a:prstGeom>
        </p:spPr>
      </p:pic>
      <p:pic>
        <p:nvPicPr>
          <p:cNvPr id="12" name="Imagem 11" descr="Forma, Retângulo&#10;&#10;O conteúdo gerado por IA pode estar incorreto.">
            <a:extLst>
              <a:ext uri="{FF2B5EF4-FFF2-40B4-BE49-F238E27FC236}">
                <a16:creationId xmlns:a16="http://schemas.microsoft.com/office/drawing/2014/main" id="{C7C1CDF9-5A4C-ED62-3394-09E4A8450B1A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0540940"/>
            <a:ext cx="532660" cy="532660"/>
          </a:xfrm>
          <a:prstGeom prst="rect">
            <a:avLst/>
          </a:prstGeom>
        </p:spPr>
      </p:pic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905B6C8B-612A-C4BF-F614-8F2DD3E000C1}"/>
              </a:ext>
            </a:extLst>
          </p:cNvPr>
          <p:cNvSpPr/>
          <p:nvPr/>
        </p:nvSpPr>
        <p:spPr>
          <a:xfrm>
            <a:off x="18878190" y="11075213"/>
            <a:ext cx="2573924" cy="1602422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23" name="Agrupar 22">
            <a:extLst>
              <a:ext uri="{FF2B5EF4-FFF2-40B4-BE49-F238E27FC236}">
                <a16:creationId xmlns:a16="http://schemas.microsoft.com/office/drawing/2014/main" id="{527A7EC9-6BFC-1153-5960-1965065C7893}"/>
              </a:ext>
            </a:extLst>
          </p:cNvPr>
          <p:cNvGrpSpPr/>
          <p:nvPr/>
        </p:nvGrpSpPr>
        <p:grpSpPr>
          <a:xfrm>
            <a:off x="18878189" y="9925420"/>
            <a:ext cx="13738802" cy="995739"/>
            <a:chOff x="18680926" y="9879347"/>
            <a:chExt cx="14002071" cy="1122481"/>
          </a:xfrm>
        </p:grpSpPr>
        <p:sp>
          <p:nvSpPr>
            <p:cNvPr id="6" name="Retângulo: Cantos Arredondados 5">
              <a:extLst>
                <a:ext uri="{FF2B5EF4-FFF2-40B4-BE49-F238E27FC236}">
                  <a16:creationId xmlns:a16="http://schemas.microsoft.com/office/drawing/2014/main" id="{58838DD1-2828-F091-45F4-5109DF25FAE9}"/>
                </a:ext>
              </a:extLst>
            </p:cNvPr>
            <p:cNvSpPr/>
            <p:nvPr/>
          </p:nvSpPr>
          <p:spPr>
            <a:xfrm rot="16200000">
              <a:off x="25120721" y="3439552"/>
              <a:ext cx="1122481" cy="14002071"/>
            </a:xfrm>
            <a:prstGeom prst="roundRect">
              <a:avLst>
                <a:gd name="adj" fmla="val 24349"/>
              </a:avLst>
            </a:prstGeom>
            <a:gradFill flip="none" rotWithShape="1">
              <a:gsLst>
                <a:gs pos="0">
                  <a:srgbClr val="05324B"/>
                </a:gs>
                <a:gs pos="62000">
                  <a:srgbClr val="032030"/>
                </a:gs>
                <a:gs pos="76000">
                  <a:srgbClr val="032030"/>
                </a:gs>
                <a:gs pos="100000">
                  <a:srgbClr val="032030"/>
                </a:gs>
              </a:gsLst>
              <a:lin ang="2700000" scaled="1"/>
              <a:tileRect/>
            </a:gradFill>
            <a:ln>
              <a:solidFill>
                <a:srgbClr val="074365"/>
              </a:solidFill>
            </a:ln>
            <a:effectLst>
              <a:outerShdw blurRad="50800" dist="38100" dir="3300000" algn="t" rotWithShape="0">
                <a:schemeClr val="bg1">
                  <a:alpha val="4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endParaRPr lang="pt-BR" sz="3467" dirty="0">
                <a:solidFill>
                  <a:schemeClr val="bg1"/>
                </a:solidFill>
                <a:latin typeface="Din"/>
              </a:endParaRPr>
            </a:p>
          </p:txBody>
        </p:sp>
        <p:sp>
          <p:nvSpPr>
            <p:cNvPr id="3" name="CaixaDeTexto 2">
              <a:extLst>
                <a:ext uri="{FF2B5EF4-FFF2-40B4-BE49-F238E27FC236}">
                  <a16:creationId xmlns:a16="http://schemas.microsoft.com/office/drawing/2014/main" id="{9EB0D3C0-D759-01D5-B3CC-2089B6DDD901}"/>
                </a:ext>
              </a:extLst>
            </p:cNvPr>
            <p:cNvSpPr txBox="1"/>
            <p:nvPr/>
          </p:nvSpPr>
          <p:spPr>
            <a:xfrm>
              <a:off x="18891466" y="10005809"/>
              <a:ext cx="8656648" cy="5898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800" b="1" dirty="0">
                  <a:solidFill>
                    <a:schemeClr val="bg1"/>
                  </a:solidFill>
                  <a:latin typeface="Din"/>
                </a:rPr>
                <a:t>Sales Insights – Visão Executiva</a:t>
              </a:r>
            </a:p>
          </p:txBody>
        </p:sp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id="{EA614EE7-1412-0D02-7AA9-28392EC791F8}"/>
                </a:ext>
              </a:extLst>
            </p:cNvPr>
            <p:cNvSpPr txBox="1"/>
            <p:nvPr/>
          </p:nvSpPr>
          <p:spPr>
            <a:xfrm>
              <a:off x="18891466" y="10581735"/>
              <a:ext cx="8656648" cy="3469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>
                  <a:solidFill>
                    <a:schemeClr val="bg2">
                      <a:lumMod val="90000"/>
                    </a:schemeClr>
                  </a:solidFill>
                  <a:latin typeface="Din"/>
                </a:rPr>
                <a:t>Bimbo Brasil</a:t>
              </a:r>
              <a:r>
                <a:rPr lang="pt-BR" sz="1400" b="0" i="0" dirty="0">
                  <a:solidFill>
                    <a:schemeClr val="bg2">
                      <a:lumMod val="90000"/>
                    </a:schemeClr>
                  </a:solidFill>
                  <a:effectLst/>
                  <a:latin typeface="Segoe UI" panose="020B0502040204020203" pitchFamily="34" charset="0"/>
                </a:rPr>
                <a:t> · Controladoria DNA</a:t>
              </a:r>
              <a:endParaRPr lang="pt-BR" sz="1400" dirty="0">
                <a:solidFill>
                  <a:schemeClr val="bg2">
                    <a:lumMod val="90000"/>
                  </a:schemeClr>
                </a:solidFill>
                <a:latin typeface="Din"/>
              </a:endParaRPr>
            </a:p>
          </p:txBody>
        </p:sp>
      </p:grp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41D48F81-866E-5A98-6935-E1FD9E40E07B}"/>
              </a:ext>
            </a:extLst>
          </p:cNvPr>
          <p:cNvSpPr/>
          <p:nvPr/>
        </p:nvSpPr>
        <p:spPr>
          <a:xfrm>
            <a:off x="18878190" y="12870836"/>
            <a:ext cx="7145924" cy="2825929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" name="Retângulo: Cantos Arredondados 48">
            <a:extLst>
              <a:ext uri="{FF2B5EF4-FFF2-40B4-BE49-F238E27FC236}">
                <a16:creationId xmlns:a16="http://schemas.microsoft.com/office/drawing/2014/main" id="{4EDE8996-7474-5237-3AE3-4AFE4A009C1C}"/>
              </a:ext>
            </a:extLst>
          </p:cNvPr>
          <p:cNvSpPr/>
          <p:nvPr/>
        </p:nvSpPr>
        <p:spPr>
          <a:xfrm>
            <a:off x="26304730" y="12870836"/>
            <a:ext cx="7145924" cy="2825929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0" name="Retângulo: Cantos Arredondados 49">
            <a:extLst>
              <a:ext uri="{FF2B5EF4-FFF2-40B4-BE49-F238E27FC236}">
                <a16:creationId xmlns:a16="http://schemas.microsoft.com/office/drawing/2014/main" id="{55756360-D063-E61C-604F-9CACB47B81CC}"/>
              </a:ext>
            </a:extLst>
          </p:cNvPr>
          <p:cNvSpPr/>
          <p:nvPr/>
        </p:nvSpPr>
        <p:spPr>
          <a:xfrm>
            <a:off x="18878190" y="15870393"/>
            <a:ext cx="7145924" cy="2825929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1" name="Retângulo: Cantos Arredondados 50">
            <a:extLst>
              <a:ext uri="{FF2B5EF4-FFF2-40B4-BE49-F238E27FC236}">
                <a16:creationId xmlns:a16="http://schemas.microsoft.com/office/drawing/2014/main" id="{9D97E0AA-D932-88B7-6E98-2D0B0903B99A}"/>
              </a:ext>
            </a:extLst>
          </p:cNvPr>
          <p:cNvSpPr/>
          <p:nvPr/>
        </p:nvSpPr>
        <p:spPr>
          <a:xfrm>
            <a:off x="26304730" y="15870393"/>
            <a:ext cx="7145924" cy="2825929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2" name="Retângulo: Cantos Arredondados 61">
            <a:extLst>
              <a:ext uri="{FF2B5EF4-FFF2-40B4-BE49-F238E27FC236}">
                <a16:creationId xmlns:a16="http://schemas.microsoft.com/office/drawing/2014/main" id="{84AACBCE-3322-3714-A575-981A63B60324}"/>
              </a:ext>
            </a:extLst>
          </p:cNvPr>
          <p:cNvSpPr/>
          <p:nvPr/>
        </p:nvSpPr>
        <p:spPr>
          <a:xfrm>
            <a:off x="21877825" y="11075213"/>
            <a:ext cx="2573924" cy="1602422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3" name="Retângulo: Cantos Arredondados 62">
            <a:extLst>
              <a:ext uri="{FF2B5EF4-FFF2-40B4-BE49-F238E27FC236}">
                <a16:creationId xmlns:a16="http://schemas.microsoft.com/office/drawing/2014/main" id="{163AB53F-2236-F4EC-551B-35451EF11B61}"/>
              </a:ext>
            </a:extLst>
          </p:cNvPr>
          <p:cNvSpPr/>
          <p:nvPr/>
        </p:nvSpPr>
        <p:spPr>
          <a:xfrm>
            <a:off x="24877460" y="11075213"/>
            <a:ext cx="2573924" cy="1602422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4" name="Retângulo: Cantos Arredondados 63">
            <a:extLst>
              <a:ext uri="{FF2B5EF4-FFF2-40B4-BE49-F238E27FC236}">
                <a16:creationId xmlns:a16="http://schemas.microsoft.com/office/drawing/2014/main" id="{21B0A3FE-C56A-CF2F-5ADB-A885E0B4218A}"/>
              </a:ext>
            </a:extLst>
          </p:cNvPr>
          <p:cNvSpPr/>
          <p:nvPr/>
        </p:nvSpPr>
        <p:spPr>
          <a:xfrm>
            <a:off x="27877095" y="11075213"/>
            <a:ext cx="2573924" cy="1602422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5" name="Retângulo: Cantos Arredondados 64">
            <a:extLst>
              <a:ext uri="{FF2B5EF4-FFF2-40B4-BE49-F238E27FC236}">
                <a16:creationId xmlns:a16="http://schemas.microsoft.com/office/drawing/2014/main" id="{CFE0A506-F51F-294A-EF67-7D9DC853C5F5}"/>
              </a:ext>
            </a:extLst>
          </p:cNvPr>
          <p:cNvSpPr/>
          <p:nvPr/>
        </p:nvSpPr>
        <p:spPr>
          <a:xfrm>
            <a:off x="30876730" y="11075213"/>
            <a:ext cx="2573924" cy="1602422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66" name="Imagem 65" descr="Ícone&#10;&#10;O conteúdo gerado por IA pode estar incorreto.">
            <a:extLst>
              <a:ext uri="{FF2B5EF4-FFF2-40B4-BE49-F238E27FC236}">
                <a16:creationId xmlns:a16="http://schemas.microsoft.com/office/drawing/2014/main" id="{6B5E8C78-C216-0050-DACE-C27C91387C73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39" y="13678050"/>
            <a:ext cx="532661" cy="532661"/>
          </a:xfrm>
          <a:prstGeom prst="rect">
            <a:avLst/>
          </a:prstGeom>
        </p:spPr>
      </p:pic>
      <p:pic>
        <p:nvPicPr>
          <p:cNvPr id="67" name="Imagem 66" descr="Ícone&#10;&#10;O conteúdo gerado por IA pode estar incorreto.">
            <a:extLst>
              <a:ext uri="{FF2B5EF4-FFF2-40B4-BE49-F238E27FC236}">
                <a16:creationId xmlns:a16="http://schemas.microsoft.com/office/drawing/2014/main" id="{D90C122E-59CA-D5E6-6697-54FD9B994DD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1586643"/>
            <a:ext cx="532661" cy="532661"/>
          </a:xfrm>
          <a:prstGeom prst="rect">
            <a:avLst/>
          </a:prstGeom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</p:pic>
      <p:pic>
        <p:nvPicPr>
          <p:cNvPr id="68" name="Imagem 67" descr="Ícone&#10;&#10;O conteúdo gerado por IA pode estar incorreto.">
            <a:extLst>
              <a:ext uri="{FF2B5EF4-FFF2-40B4-BE49-F238E27FC236}">
                <a16:creationId xmlns:a16="http://schemas.microsoft.com/office/drawing/2014/main" id="{B7BF406F-55AC-81A3-BFE8-A0E9FB5DFAD3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2646861"/>
            <a:ext cx="532660" cy="532660"/>
          </a:xfrm>
          <a:prstGeom prst="rect">
            <a:avLst/>
          </a:prstGeom>
        </p:spPr>
      </p:pic>
      <p:pic>
        <p:nvPicPr>
          <p:cNvPr id="2" name="Imagem 1" descr="Logotipo, nome da empresa&#10;&#10;O conteúdo gerado por IA pode estar incorreto.">
            <a:extLst>
              <a:ext uri="{FF2B5EF4-FFF2-40B4-BE49-F238E27FC236}">
                <a16:creationId xmlns:a16="http://schemas.microsoft.com/office/drawing/2014/main" id="{8D2DA874-34DF-25FD-98F1-21CD8005BF5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70283" y="17827977"/>
            <a:ext cx="887870" cy="810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17068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9B0485-3D6B-2ED3-D3F4-BE54E8F7A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tângulo: Cantos Arredondados 36">
            <a:extLst>
              <a:ext uri="{FF2B5EF4-FFF2-40B4-BE49-F238E27FC236}">
                <a16:creationId xmlns:a16="http://schemas.microsoft.com/office/drawing/2014/main" id="{E9B318DD-B43A-983E-ECA6-3349BB22ADAA}"/>
              </a:ext>
            </a:extLst>
          </p:cNvPr>
          <p:cNvSpPr/>
          <p:nvPr/>
        </p:nvSpPr>
        <p:spPr>
          <a:xfrm>
            <a:off x="17472027" y="9852690"/>
            <a:ext cx="16255996" cy="9119542"/>
          </a:xfrm>
          <a:prstGeom prst="roundRect">
            <a:avLst>
              <a:gd name="adj" fmla="val 3334"/>
            </a:avLst>
          </a:prstGeom>
          <a:solidFill>
            <a:srgbClr val="F5F7F9"/>
          </a:solidFill>
          <a:ln>
            <a:solidFill>
              <a:srgbClr val="F5F7F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CC14EFB0-304F-BA69-3575-C46BCB39B2B8}"/>
              </a:ext>
            </a:extLst>
          </p:cNvPr>
          <p:cNvSpPr/>
          <p:nvPr/>
        </p:nvSpPr>
        <p:spPr>
          <a:xfrm>
            <a:off x="17587321" y="9925420"/>
            <a:ext cx="995739" cy="8770902"/>
          </a:xfrm>
          <a:prstGeom prst="roundRect">
            <a:avLst>
              <a:gd name="adj" fmla="val 24349"/>
            </a:avLst>
          </a:prstGeom>
          <a:gradFill flip="none" rotWithShape="1">
            <a:gsLst>
              <a:gs pos="0">
                <a:srgbClr val="05324B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lin ang="2700000" scaled="1"/>
            <a:tileRect/>
          </a:gradFill>
          <a:ln>
            <a:solidFill>
              <a:srgbClr val="074365"/>
            </a:solidFill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endParaRPr lang="pt-BR" sz="3467" dirty="0">
              <a:solidFill>
                <a:schemeClr val="bg1"/>
              </a:solidFill>
              <a:latin typeface="Din"/>
            </a:endParaRPr>
          </a:p>
        </p:txBody>
      </p:sp>
      <p:pic>
        <p:nvPicPr>
          <p:cNvPr id="54" name="Imagem 53">
            <a:extLst>
              <a:ext uri="{FF2B5EF4-FFF2-40B4-BE49-F238E27FC236}">
                <a16:creationId xmlns:a16="http://schemas.microsoft.com/office/drawing/2014/main" id="{F6372A70-261E-B37E-D6E1-02B23E7989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75827" y="10067041"/>
            <a:ext cx="795715" cy="722269"/>
          </a:xfrm>
          <a:prstGeom prst="rect">
            <a:avLst/>
          </a:prstGeom>
        </p:spPr>
      </p:pic>
      <p:pic>
        <p:nvPicPr>
          <p:cNvPr id="12" name="Imagem 11" descr="Forma, Retângulo&#10;&#10;O conteúdo gerado por IA pode estar incorreto.">
            <a:extLst>
              <a:ext uri="{FF2B5EF4-FFF2-40B4-BE49-F238E27FC236}">
                <a16:creationId xmlns:a16="http://schemas.microsoft.com/office/drawing/2014/main" id="{0D1240FF-5C1A-11B8-7FBE-2D26C3E8C412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0540940"/>
            <a:ext cx="532660" cy="532660"/>
          </a:xfrm>
          <a:prstGeom prst="rect">
            <a:avLst/>
          </a:prstGeom>
        </p:spPr>
      </p:pic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40240FA1-B7A7-E813-8C22-69D7182DF3AA}"/>
              </a:ext>
            </a:extLst>
          </p:cNvPr>
          <p:cNvSpPr/>
          <p:nvPr/>
        </p:nvSpPr>
        <p:spPr>
          <a:xfrm>
            <a:off x="18878190" y="11075213"/>
            <a:ext cx="2573924" cy="1602422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23" name="Agrupar 22">
            <a:extLst>
              <a:ext uri="{FF2B5EF4-FFF2-40B4-BE49-F238E27FC236}">
                <a16:creationId xmlns:a16="http://schemas.microsoft.com/office/drawing/2014/main" id="{A09D3632-15B3-345C-C36B-CF62E5D2A468}"/>
              </a:ext>
            </a:extLst>
          </p:cNvPr>
          <p:cNvGrpSpPr/>
          <p:nvPr/>
        </p:nvGrpSpPr>
        <p:grpSpPr>
          <a:xfrm>
            <a:off x="18878189" y="9925420"/>
            <a:ext cx="13738802" cy="995739"/>
            <a:chOff x="18680926" y="9879347"/>
            <a:chExt cx="14002071" cy="1122481"/>
          </a:xfrm>
        </p:grpSpPr>
        <p:sp>
          <p:nvSpPr>
            <p:cNvPr id="6" name="Retângulo: Cantos Arredondados 5">
              <a:extLst>
                <a:ext uri="{FF2B5EF4-FFF2-40B4-BE49-F238E27FC236}">
                  <a16:creationId xmlns:a16="http://schemas.microsoft.com/office/drawing/2014/main" id="{DFA05216-39A3-EB78-4E66-F60F25625D04}"/>
                </a:ext>
              </a:extLst>
            </p:cNvPr>
            <p:cNvSpPr/>
            <p:nvPr/>
          </p:nvSpPr>
          <p:spPr>
            <a:xfrm rot="16200000">
              <a:off x="25120721" y="3439552"/>
              <a:ext cx="1122481" cy="14002071"/>
            </a:xfrm>
            <a:prstGeom prst="roundRect">
              <a:avLst>
                <a:gd name="adj" fmla="val 24349"/>
              </a:avLst>
            </a:prstGeom>
            <a:gradFill flip="none" rotWithShape="1">
              <a:gsLst>
                <a:gs pos="0">
                  <a:srgbClr val="05324B"/>
                </a:gs>
                <a:gs pos="62000">
                  <a:srgbClr val="032030"/>
                </a:gs>
                <a:gs pos="76000">
                  <a:srgbClr val="032030"/>
                </a:gs>
                <a:gs pos="100000">
                  <a:srgbClr val="032030"/>
                </a:gs>
              </a:gsLst>
              <a:lin ang="2700000" scaled="1"/>
              <a:tileRect/>
            </a:gradFill>
            <a:ln>
              <a:solidFill>
                <a:srgbClr val="074365"/>
              </a:solidFill>
            </a:ln>
            <a:effectLst>
              <a:outerShdw blurRad="50800" dist="38100" dir="3300000" algn="t" rotWithShape="0">
                <a:schemeClr val="bg1">
                  <a:alpha val="4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endParaRPr lang="pt-BR" sz="3467" dirty="0">
                <a:solidFill>
                  <a:schemeClr val="bg1"/>
                </a:solidFill>
                <a:latin typeface="Din"/>
              </a:endParaRPr>
            </a:p>
          </p:txBody>
        </p:sp>
        <p:sp>
          <p:nvSpPr>
            <p:cNvPr id="3" name="CaixaDeTexto 2">
              <a:extLst>
                <a:ext uri="{FF2B5EF4-FFF2-40B4-BE49-F238E27FC236}">
                  <a16:creationId xmlns:a16="http://schemas.microsoft.com/office/drawing/2014/main" id="{C07AB125-B69F-7FDD-2E77-CAA470AC80BC}"/>
                </a:ext>
              </a:extLst>
            </p:cNvPr>
            <p:cNvSpPr txBox="1"/>
            <p:nvPr/>
          </p:nvSpPr>
          <p:spPr>
            <a:xfrm>
              <a:off x="18891466" y="10005809"/>
              <a:ext cx="8656648" cy="5898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800" b="1" dirty="0">
                  <a:solidFill>
                    <a:schemeClr val="bg1"/>
                  </a:solidFill>
                  <a:latin typeface="Din"/>
                </a:rPr>
                <a:t>Sales Insights – Visão Executiva</a:t>
              </a:r>
            </a:p>
          </p:txBody>
        </p:sp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id="{96F821C8-303F-6BF1-C75A-683B207F1CB5}"/>
                </a:ext>
              </a:extLst>
            </p:cNvPr>
            <p:cNvSpPr txBox="1"/>
            <p:nvPr/>
          </p:nvSpPr>
          <p:spPr>
            <a:xfrm>
              <a:off x="18891466" y="10581735"/>
              <a:ext cx="8656648" cy="3469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>
                  <a:solidFill>
                    <a:schemeClr val="bg2">
                      <a:lumMod val="90000"/>
                    </a:schemeClr>
                  </a:solidFill>
                  <a:latin typeface="Din"/>
                </a:rPr>
                <a:t>Bimbo Brasil</a:t>
              </a:r>
              <a:r>
                <a:rPr lang="pt-BR" sz="1400" b="0" i="0" dirty="0">
                  <a:solidFill>
                    <a:schemeClr val="bg2">
                      <a:lumMod val="90000"/>
                    </a:schemeClr>
                  </a:solidFill>
                  <a:effectLst/>
                  <a:latin typeface="Segoe UI" panose="020B0502040204020203" pitchFamily="34" charset="0"/>
                </a:rPr>
                <a:t> · Controladoria DNA</a:t>
              </a:r>
              <a:endParaRPr lang="pt-BR" sz="1400" dirty="0">
                <a:solidFill>
                  <a:schemeClr val="bg2">
                    <a:lumMod val="90000"/>
                  </a:schemeClr>
                </a:solidFill>
                <a:latin typeface="Din"/>
              </a:endParaRPr>
            </a:p>
          </p:txBody>
        </p:sp>
      </p:grp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090ED756-B37B-1D10-EE0D-6EA816A0EDCC}"/>
              </a:ext>
            </a:extLst>
          </p:cNvPr>
          <p:cNvSpPr/>
          <p:nvPr/>
        </p:nvSpPr>
        <p:spPr>
          <a:xfrm>
            <a:off x="18878190" y="12870836"/>
            <a:ext cx="7145924" cy="2825929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" name="Retângulo: Cantos Arredondados 48">
            <a:extLst>
              <a:ext uri="{FF2B5EF4-FFF2-40B4-BE49-F238E27FC236}">
                <a16:creationId xmlns:a16="http://schemas.microsoft.com/office/drawing/2014/main" id="{B5E4D67C-FFB6-A3C7-BE94-8F31790C061F}"/>
              </a:ext>
            </a:extLst>
          </p:cNvPr>
          <p:cNvSpPr/>
          <p:nvPr/>
        </p:nvSpPr>
        <p:spPr>
          <a:xfrm>
            <a:off x="26304730" y="12870836"/>
            <a:ext cx="7145924" cy="2825929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0" name="Retângulo: Cantos Arredondados 49">
            <a:extLst>
              <a:ext uri="{FF2B5EF4-FFF2-40B4-BE49-F238E27FC236}">
                <a16:creationId xmlns:a16="http://schemas.microsoft.com/office/drawing/2014/main" id="{6BC3BC77-4ECC-E3F1-40F0-6AFA809963D3}"/>
              </a:ext>
            </a:extLst>
          </p:cNvPr>
          <p:cNvSpPr/>
          <p:nvPr/>
        </p:nvSpPr>
        <p:spPr>
          <a:xfrm>
            <a:off x="18878190" y="15870393"/>
            <a:ext cx="7145924" cy="2825929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1" name="Retângulo: Cantos Arredondados 50">
            <a:extLst>
              <a:ext uri="{FF2B5EF4-FFF2-40B4-BE49-F238E27FC236}">
                <a16:creationId xmlns:a16="http://schemas.microsoft.com/office/drawing/2014/main" id="{BF912804-9512-CDB0-9E33-62F448A97F4C}"/>
              </a:ext>
            </a:extLst>
          </p:cNvPr>
          <p:cNvSpPr/>
          <p:nvPr/>
        </p:nvSpPr>
        <p:spPr>
          <a:xfrm>
            <a:off x="26304730" y="15870393"/>
            <a:ext cx="7145924" cy="2825929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2" name="Retângulo: Cantos Arredondados 61">
            <a:extLst>
              <a:ext uri="{FF2B5EF4-FFF2-40B4-BE49-F238E27FC236}">
                <a16:creationId xmlns:a16="http://schemas.microsoft.com/office/drawing/2014/main" id="{FE025F01-E482-1108-7E4F-FCFED138FBF3}"/>
              </a:ext>
            </a:extLst>
          </p:cNvPr>
          <p:cNvSpPr/>
          <p:nvPr/>
        </p:nvSpPr>
        <p:spPr>
          <a:xfrm>
            <a:off x="21877825" y="11075213"/>
            <a:ext cx="2573924" cy="1602422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3" name="Retângulo: Cantos Arredondados 62">
            <a:extLst>
              <a:ext uri="{FF2B5EF4-FFF2-40B4-BE49-F238E27FC236}">
                <a16:creationId xmlns:a16="http://schemas.microsoft.com/office/drawing/2014/main" id="{A0F78AA2-BA44-923D-3D67-BA7205AAE834}"/>
              </a:ext>
            </a:extLst>
          </p:cNvPr>
          <p:cNvSpPr/>
          <p:nvPr/>
        </p:nvSpPr>
        <p:spPr>
          <a:xfrm>
            <a:off x="24877460" y="11075213"/>
            <a:ext cx="2573924" cy="1602422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4" name="Retângulo: Cantos Arredondados 63">
            <a:extLst>
              <a:ext uri="{FF2B5EF4-FFF2-40B4-BE49-F238E27FC236}">
                <a16:creationId xmlns:a16="http://schemas.microsoft.com/office/drawing/2014/main" id="{F89FB353-190C-E309-51E7-8535E89FDCCD}"/>
              </a:ext>
            </a:extLst>
          </p:cNvPr>
          <p:cNvSpPr/>
          <p:nvPr/>
        </p:nvSpPr>
        <p:spPr>
          <a:xfrm>
            <a:off x="27877095" y="11075213"/>
            <a:ext cx="2573924" cy="1602422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5" name="Retângulo: Cantos Arredondados 64">
            <a:extLst>
              <a:ext uri="{FF2B5EF4-FFF2-40B4-BE49-F238E27FC236}">
                <a16:creationId xmlns:a16="http://schemas.microsoft.com/office/drawing/2014/main" id="{2B3BBCC7-28DE-87C2-4900-0F0CD6E88ECD}"/>
              </a:ext>
            </a:extLst>
          </p:cNvPr>
          <p:cNvSpPr/>
          <p:nvPr/>
        </p:nvSpPr>
        <p:spPr>
          <a:xfrm>
            <a:off x="30876730" y="11075213"/>
            <a:ext cx="2573924" cy="1602422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66" name="Imagem 65" descr="Ícone&#10;&#10;O conteúdo gerado por IA pode estar incorreto.">
            <a:extLst>
              <a:ext uri="{FF2B5EF4-FFF2-40B4-BE49-F238E27FC236}">
                <a16:creationId xmlns:a16="http://schemas.microsoft.com/office/drawing/2014/main" id="{EA92C84B-C622-1325-8624-A6C2D91BF80A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39" y="13678050"/>
            <a:ext cx="532661" cy="532661"/>
          </a:xfrm>
          <a:prstGeom prst="rect">
            <a:avLst/>
          </a:prstGeom>
        </p:spPr>
      </p:pic>
      <p:pic>
        <p:nvPicPr>
          <p:cNvPr id="67" name="Imagem 66" descr="Ícone&#10;&#10;O conteúdo gerado por IA pode estar incorreto.">
            <a:extLst>
              <a:ext uri="{FF2B5EF4-FFF2-40B4-BE49-F238E27FC236}">
                <a16:creationId xmlns:a16="http://schemas.microsoft.com/office/drawing/2014/main" id="{EE6D1A81-3769-4146-1B1B-FC8E1E95A2C1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1586643"/>
            <a:ext cx="532661" cy="532661"/>
          </a:xfrm>
          <a:prstGeom prst="rect">
            <a:avLst/>
          </a:prstGeom>
        </p:spPr>
      </p:pic>
      <p:pic>
        <p:nvPicPr>
          <p:cNvPr id="68" name="Imagem 67" descr="Ícone&#10;&#10;O conteúdo gerado por IA pode estar incorreto.">
            <a:extLst>
              <a:ext uri="{FF2B5EF4-FFF2-40B4-BE49-F238E27FC236}">
                <a16:creationId xmlns:a16="http://schemas.microsoft.com/office/drawing/2014/main" id="{EDB62D85-6660-BD25-1B38-EECEA3372EE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2646861"/>
            <a:ext cx="532660" cy="532660"/>
          </a:xfrm>
          <a:prstGeom prst="rect">
            <a:avLst/>
          </a:prstGeom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</p:pic>
      <p:pic>
        <p:nvPicPr>
          <p:cNvPr id="2" name="Imagem 1" descr="Logotipo, nome da empresa&#10;&#10;O conteúdo gerado por IA pode estar incorreto.">
            <a:extLst>
              <a:ext uri="{FF2B5EF4-FFF2-40B4-BE49-F238E27FC236}">
                <a16:creationId xmlns:a16="http://schemas.microsoft.com/office/drawing/2014/main" id="{78A92BC1-A066-B0C1-F401-166D750B9C5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70283" y="17827977"/>
            <a:ext cx="887870" cy="810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57948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995A8F-3405-B2A0-91B7-537060444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tângulo: Cantos Arredondados 36">
            <a:extLst>
              <a:ext uri="{FF2B5EF4-FFF2-40B4-BE49-F238E27FC236}">
                <a16:creationId xmlns:a16="http://schemas.microsoft.com/office/drawing/2014/main" id="{99C50A0E-B617-1F9C-735A-86D9338F0214}"/>
              </a:ext>
            </a:extLst>
          </p:cNvPr>
          <p:cNvSpPr/>
          <p:nvPr/>
        </p:nvSpPr>
        <p:spPr>
          <a:xfrm>
            <a:off x="17472027" y="9852690"/>
            <a:ext cx="16255996" cy="9119542"/>
          </a:xfrm>
          <a:prstGeom prst="roundRect">
            <a:avLst>
              <a:gd name="adj" fmla="val 3334"/>
            </a:avLst>
          </a:prstGeom>
          <a:solidFill>
            <a:srgbClr val="F5F7F9"/>
          </a:solidFill>
          <a:ln>
            <a:solidFill>
              <a:srgbClr val="F5F7F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F7364536-69F8-472B-8ABB-DF1FFF37077A}"/>
              </a:ext>
            </a:extLst>
          </p:cNvPr>
          <p:cNvSpPr/>
          <p:nvPr/>
        </p:nvSpPr>
        <p:spPr>
          <a:xfrm>
            <a:off x="17587321" y="9925420"/>
            <a:ext cx="995739" cy="8770902"/>
          </a:xfrm>
          <a:prstGeom prst="roundRect">
            <a:avLst>
              <a:gd name="adj" fmla="val 24349"/>
            </a:avLst>
          </a:prstGeom>
          <a:gradFill flip="none" rotWithShape="1">
            <a:gsLst>
              <a:gs pos="0">
                <a:srgbClr val="05324B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lin ang="2700000" scaled="1"/>
            <a:tileRect/>
          </a:gradFill>
          <a:ln>
            <a:solidFill>
              <a:srgbClr val="074365"/>
            </a:solidFill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endParaRPr lang="pt-BR" sz="3467" dirty="0">
              <a:solidFill>
                <a:schemeClr val="bg1"/>
              </a:solidFill>
              <a:latin typeface="Din"/>
            </a:endParaRPr>
          </a:p>
        </p:txBody>
      </p:sp>
      <p:pic>
        <p:nvPicPr>
          <p:cNvPr id="54" name="Imagem 53">
            <a:extLst>
              <a:ext uri="{FF2B5EF4-FFF2-40B4-BE49-F238E27FC236}">
                <a16:creationId xmlns:a16="http://schemas.microsoft.com/office/drawing/2014/main" id="{E2EE7A4E-12E2-1D2F-3A27-287F0962E2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75827" y="10067041"/>
            <a:ext cx="795715" cy="722269"/>
          </a:xfrm>
          <a:prstGeom prst="rect">
            <a:avLst/>
          </a:prstGeom>
        </p:spPr>
      </p:pic>
      <p:pic>
        <p:nvPicPr>
          <p:cNvPr id="12" name="Imagem 11" descr="Forma, Retângulo&#10;&#10;O conteúdo gerado por IA pode estar incorreto.">
            <a:extLst>
              <a:ext uri="{FF2B5EF4-FFF2-40B4-BE49-F238E27FC236}">
                <a16:creationId xmlns:a16="http://schemas.microsoft.com/office/drawing/2014/main" id="{F942500E-E0DC-CBFC-ECD1-796BB8C554A7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0540940"/>
            <a:ext cx="532660" cy="532660"/>
          </a:xfrm>
          <a:prstGeom prst="rect">
            <a:avLst/>
          </a:prstGeom>
        </p:spPr>
      </p:pic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BB8EEC01-F56D-BD6E-D1C8-95AC8421FD50}"/>
              </a:ext>
            </a:extLst>
          </p:cNvPr>
          <p:cNvSpPr/>
          <p:nvPr/>
        </p:nvSpPr>
        <p:spPr>
          <a:xfrm>
            <a:off x="18878190" y="11075213"/>
            <a:ext cx="2573924" cy="1602422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23" name="Agrupar 22">
            <a:extLst>
              <a:ext uri="{FF2B5EF4-FFF2-40B4-BE49-F238E27FC236}">
                <a16:creationId xmlns:a16="http://schemas.microsoft.com/office/drawing/2014/main" id="{6F9BB396-1F73-5817-1343-56AE1E528872}"/>
              </a:ext>
            </a:extLst>
          </p:cNvPr>
          <p:cNvGrpSpPr/>
          <p:nvPr/>
        </p:nvGrpSpPr>
        <p:grpSpPr>
          <a:xfrm>
            <a:off x="18878189" y="9925420"/>
            <a:ext cx="13738802" cy="995739"/>
            <a:chOff x="18680926" y="9879347"/>
            <a:chExt cx="14002071" cy="1122481"/>
          </a:xfrm>
        </p:grpSpPr>
        <p:sp>
          <p:nvSpPr>
            <p:cNvPr id="6" name="Retângulo: Cantos Arredondados 5">
              <a:extLst>
                <a:ext uri="{FF2B5EF4-FFF2-40B4-BE49-F238E27FC236}">
                  <a16:creationId xmlns:a16="http://schemas.microsoft.com/office/drawing/2014/main" id="{847CAEF6-396F-8F90-D63C-875508C2A1B2}"/>
                </a:ext>
              </a:extLst>
            </p:cNvPr>
            <p:cNvSpPr/>
            <p:nvPr/>
          </p:nvSpPr>
          <p:spPr>
            <a:xfrm rot="16200000">
              <a:off x="25120721" y="3439552"/>
              <a:ext cx="1122481" cy="14002071"/>
            </a:xfrm>
            <a:prstGeom prst="roundRect">
              <a:avLst>
                <a:gd name="adj" fmla="val 24349"/>
              </a:avLst>
            </a:prstGeom>
            <a:gradFill flip="none" rotWithShape="1">
              <a:gsLst>
                <a:gs pos="0">
                  <a:srgbClr val="05324B"/>
                </a:gs>
                <a:gs pos="62000">
                  <a:srgbClr val="032030"/>
                </a:gs>
                <a:gs pos="76000">
                  <a:srgbClr val="032030"/>
                </a:gs>
                <a:gs pos="100000">
                  <a:srgbClr val="032030"/>
                </a:gs>
              </a:gsLst>
              <a:lin ang="2700000" scaled="1"/>
              <a:tileRect/>
            </a:gradFill>
            <a:ln>
              <a:solidFill>
                <a:srgbClr val="074365"/>
              </a:solidFill>
            </a:ln>
            <a:effectLst>
              <a:outerShdw blurRad="50800" dist="38100" dir="3300000" algn="t" rotWithShape="0">
                <a:schemeClr val="bg1">
                  <a:alpha val="4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endParaRPr lang="pt-BR" sz="3467" dirty="0">
                <a:solidFill>
                  <a:schemeClr val="bg1"/>
                </a:solidFill>
                <a:latin typeface="Din"/>
              </a:endParaRPr>
            </a:p>
          </p:txBody>
        </p:sp>
        <p:sp>
          <p:nvSpPr>
            <p:cNvPr id="3" name="CaixaDeTexto 2">
              <a:extLst>
                <a:ext uri="{FF2B5EF4-FFF2-40B4-BE49-F238E27FC236}">
                  <a16:creationId xmlns:a16="http://schemas.microsoft.com/office/drawing/2014/main" id="{68FA7945-31D3-D467-6447-5BE07F841CE4}"/>
                </a:ext>
              </a:extLst>
            </p:cNvPr>
            <p:cNvSpPr txBox="1"/>
            <p:nvPr/>
          </p:nvSpPr>
          <p:spPr>
            <a:xfrm>
              <a:off x="18891466" y="10005809"/>
              <a:ext cx="8656648" cy="5898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800" b="1" dirty="0">
                  <a:solidFill>
                    <a:schemeClr val="bg1"/>
                  </a:solidFill>
                  <a:latin typeface="Din"/>
                </a:rPr>
                <a:t>Sales Insights – Visão Executiva</a:t>
              </a:r>
            </a:p>
          </p:txBody>
        </p:sp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id="{3E66C6C9-87F6-8AE1-1C0F-048296F2F733}"/>
                </a:ext>
              </a:extLst>
            </p:cNvPr>
            <p:cNvSpPr txBox="1"/>
            <p:nvPr/>
          </p:nvSpPr>
          <p:spPr>
            <a:xfrm>
              <a:off x="18891466" y="10581735"/>
              <a:ext cx="8656648" cy="3469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>
                  <a:solidFill>
                    <a:schemeClr val="bg2">
                      <a:lumMod val="90000"/>
                    </a:schemeClr>
                  </a:solidFill>
                  <a:latin typeface="Din"/>
                </a:rPr>
                <a:t>Bimbo Brasil</a:t>
              </a:r>
              <a:r>
                <a:rPr lang="pt-BR" sz="1400" b="0" i="0" dirty="0">
                  <a:solidFill>
                    <a:schemeClr val="bg2">
                      <a:lumMod val="90000"/>
                    </a:schemeClr>
                  </a:solidFill>
                  <a:effectLst/>
                  <a:latin typeface="Segoe UI" panose="020B0502040204020203" pitchFamily="34" charset="0"/>
                </a:rPr>
                <a:t> · Controladoria DNA</a:t>
              </a:r>
              <a:endParaRPr lang="pt-BR" sz="1400" dirty="0">
                <a:solidFill>
                  <a:schemeClr val="bg2">
                    <a:lumMod val="90000"/>
                  </a:schemeClr>
                </a:solidFill>
                <a:latin typeface="Din"/>
              </a:endParaRPr>
            </a:p>
          </p:txBody>
        </p:sp>
      </p:grp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E5838BEA-E0EB-7787-597E-2C675A8DB608}"/>
              </a:ext>
            </a:extLst>
          </p:cNvPr>
          <p:cNvSpPr/>
          <p:nvPr/>
        </p:nvSpPr>
        <p:spPr>
          <a:xfrm>
            <a:off x="18878190" y="12870836"/>
            <a:ext cx="7145924" cy="2825929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" name="Retângulo: Cantos Arredondados 48">
            <a:extLst>
              <a:ext uri="{FF2B5EF4-FFF2-40B4-BE49-F238E27FC236}">
                <a16:creationId xmlns:a16="http://schemas.microsoft.com/office/drawing/2014/main" id="{6AD8572B-CD36-8108-C1EA-3558F7311F51}"/>
              </a:ext>
            </a:extLst>
          </p:cNvPr>
          <p:cNvSpPr/>
          <p:nvPr/>
        </p:nvSpPr>
        <p:spPr>
          <a:xfrm>
            <a:off x="26304730" y="12870836"/>
            <a:ext cx="7145924" cy="2825929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0" name="Retângulo: Cantos Arredondados 49">
            <a:extLst>
              <a:ext uri="{FF2B5EF4-FFF2-40B4-BE49-F238E27FC236}">
                <a16:creationId xmlns:a16="http://schemas.microsoft.com/office/drawing/2014/main" id="{A789F56D-DDCD-403D-1A4F-E9257B3CAE31}"/>
              </a:ext>
            </a:extLst>
          </p:cNvPr>
          <p:cNvSpPr/>
          <p:nvPr/>
        </p:nvSpPr>
        <p:spPr>
          <a:xfrm>
            <a:off x="18878190" y="15870393"/>
            <a:ext cx="7145924" cy="2825929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1" name="Retângulo: Cantos Arredondados 50">
            <a:extLst>
              <a:ext uri="{FF2B5EF4-FFF2-40B4-BE49-F238E27FC236}">
                <a16:creationId xmlns:a16="http://schemas.microsoft.com/office/drawing/2014/main" id="{0B8FBA3C-800D-F3BD-1BCB-9F164020E81A}"/>
              </a:ext>
            </a:extLst>
          </p:cNvPr>
          <p:cNvSpPr/>
          <p:nvPr/>
        </p:nvSpPr>
        <p:spPr>
          <a:xfrm>
            <a:off x="26304730" y="15870393"/>
            <a:ext cx="7145924" cy="2825929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2" name="Retângulo: Cantos Arredondados 61">
            <a:extLst>
              <a:ext uri="{FF2B5EF4-FFF2-40B4-BE49-F238E27FC236}">
                <a16:creationId xmlns:a16="http://schemas.microsoft.com/office/drawing/2014/main" id="{92EE534B-1768-C767-5CD9-6867E5C7A05A}"/>
              </a:ext>
            </a:extLst>
          </p:cNvPr>
          <p:cNvSpPr/>
          <p:nvPr/>
        </p:nvSpPr>
        <p:spPr>
          <a:xfrm>
            <a:off x="21877825" y="11075213"/>
            <a:ext cx="2573924" cy="1602422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3" name="Retângulo: Cantos Arredondados 62">
            <a:extLst>
              <a:ext uri="{FF2B5EF4-FFF2-40B4-BE49-F238E27FC236}">
                <a16:creationId xmlns:a16="http://schemas.microsoft.com/office/drawing/2014/main" id="{C55789CD-91BD-F5FB-E7D0-77759CF19549}"/>
              </a:ext>
            </a:extLst>
          </p:cNvPr>
          <p:cNvSpPr/>
          <p:nvPr/>
        </p:nvSpPr>
        <p:spPr>
          <a:xfrm>
            <a:off x="24877460" y="11075213"/>
            <a:ext cx="2573924" cy="1602422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4" name="Retângulo: Cantos Arredondados 63">
            <a:extLst>
              <a:ext uri="{FF2B5EF4-FFF2-40B4-BE49-F238E27FC236}">
                <a16:creationId xmlns:a16="http://schemas.microsoft.com/office/drawing/2014/main" id="{B238E2C3-1A97-DA55-6A7E-199F05B43E50}"/>
              </a:ext>
            </a:extLst>
          </p:cNvPr>
          <p:cNvSpPr/>
          <p:nvPr/>
        </p:nvSpPr>
        <p:spPr>
          <a:xfrm>
            <a:off x="27877095" y="11075213"/>
            <a:ext cx="2573924" cy="1602422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5" name="Retângulo: Cantos Arredondados 64">
            <a:extLst>
              <a:ext uri="{FF2B5EF4-FFF2-40B4-BE49-F238E27FC236}">
                <a16:creationId xmlns:a16="http://schemas.microsoft.com/office/drawing/2014/main" id="{6454FC94-459F-ECD9-5C53-67793B80F8C9}"/>
              </a:ext>
            </a:extLst>
          </p:cNvPr>
          <p:cNvSpPr/>
          <p:nvPr/>
        </p:nvSpPr>
        <p:spPr>
          <a:xfrm>
            <a:off x="30876730" y="11075213"/>
            <a:ext cx="2573924" cy="1602422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66" name="Imagem 65" descr="Ícone&#10;&#10;O conteúdo gerado por IA pode estar incorreto.">
            <a:extLst>
              <a:ext uri="{FF2B5EF4-FFF2-40B4-BE49-F238E27FC236}">
                <a16:creationId xmlns:a16="http://schemas.microsoft.com/office/drawing/2014/main" id="{7DEE4D97-0F44-4C55-AE89-86D4A9167F8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39" y="13678050"/>
            <a:ext cx="532661" cy="532661"/>
          </a:xfrm>
          <a:prstGeom prst="rect">
            <a:avLst/>
          </a:prstGeom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</p:pic>
      <p:pic>
        <p:nvPicPr>
          <p:cNvPr id="67" name="Imagem 66" descr="Ícone&#10;&#10;O conteúdo gerado por IA pode estar incorreto.">
            <a:extLst>
              <a:ext uri="{FF2B5EF4-FFF2-40B4-BE49-F238E27FC236}">
                <a16:creationId xmlns:a16="http://schemas.microsoft.com/office/drawing/2014/main" id="{8F0798DC-38D8-B0BE-68B1-244D074A6081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1586643"/>
            <a:ext cx="532661" cy="532661"/>
          </a:xfrm>
          <a:prstGeom prst="rect">
            <a:avLst/>
          </a:prstGeom>
        </p:spPr>
      </p:pic>
      <p:pic>
        <p:nvPicPr>
          <p:cNvPr id="68" name="Imagem 67" descr="Ícone&#10;&#10;O conteúdo gerado por IA pode estar incorreto.">
            <a:extLst>
              <a:ext uri="{FF2B5EF4-FFF2-40B4-BE49-F238E27FC236}">
                <a16:creationId xmlns:a16="http://schemas.microsoft.com/office/drawing/2014/main" id="{3638BD60-FF5C-0753-32AC-7260F0311650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2646861"/>
            <a:ext cx="532660" cy="532660"/>
          </a:xfrm>
          <a:prstGeom prst="rect">
            <a:avLst/>
          </a:prstGeom>
        </p:spPr>
      </p:pic>
      <p:pic>
        <p:nvPicPr>
          <p:cNvPr id="2" name="Imagem 1" descr="Logotipo, nome da empresa&#10;&#10;O conteúdo gerado por IA pode estar incorreto.">
            <a:extLst>
              <a:ext uri="{FF2B5EF4-FFF2-40B4-BE49-F238E27FC236}">
                <a16:creationId xmlns:a16="http://schemas.microsoft.com/office/drawing/2014/main" id="{086E9FF9-C1A9-85C4-8873-BDFA413EEA8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70283" y="17827977"/>
            <a:ext cx="887870" cy="810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53052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FA5C1A16-C3EC-4FF1-AF20-3819E1CE4E09}"/>
              </a:ext>
            </a:extLst>
          </p:cNvPr>
          <p:cNvSpPr/>
          <p:nvPr/>
        </p:nvSpPr>
        <p:spPr>
          <a:xfrm>
            <a:off x="19519331" y="9828224"/>
            <a:ext cx="12161407" cy="9143995"/>
          </a:xfrm>
          <a:prstGeom prst="roundRect">
            <a:avLst>
              <a:gd name="adj" fmla="val 3334"/>
            </a:avLst>
          </a:prstGeom>
          <a:gradFill flip="none" rotWithShape="1">
            <a:gsLst>
              <a:gs pos="0">
                <a:srgbClr val="05324B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D9538CCE-9C58-4BAA-A9EC-E85351AE64C9}"/>
              </a:ext>
            </a:extLst>
          </p:cNvPr>
          <p:cNvSpPr/>
          <p:nvPr/>
        </p:nvSpPr>
        <p:spPr>
          <a:xfrm>
            <a:off x="19664360" y="11372552"/>
            <a:ext cx="3890130" cy="1882981"/>
          </a:xfrm>
          <a:prstGeom prst="roundRect">
            <a:avLst>
              <a:gd name="adj" fmla="val 12781"/>
            </a:avLst>
          </a:prstGeom>
          <a:gradFill flip="none" rotWithShape="1">
            <a:gsLst>
              <a:gs pos="0">
                <a:srgbClr val="365160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lin ang="2700000" scaled="1"/>
            <a:tileRect/>
          </a:gradFill>
          <a:ln>
            <a:solidFill>
              <a:srgbClr val="074365"/>
            </a:solidFill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EB39688C-7D9A-42A5-A55A-4CDC367DD5E1}"/>
              </a:ext>
            </a:extLst>
          </p:cNvPr>
          <p:cNvSpPr/>
          <p:nvPr/>
        </p:nvSpPr>
        <p:spPr>
          <a:xfrm>
            <a:off x="23767240" y="11372552"/>
            <a:ext cx="3729323" cy="1882981"/>
          </a:xfrm>
          <a:prstGeom prst="roundRect">
            <a:avLst>
              <a:gd name="adj" fmla="val 10925"/>
            </a:avLst>
          </a:prstGeom>
          <a:gradFill flip="none" rotWithShape="1">
            <a:gsLst>
              <a:gs pos="0">
                <a:srgbClr val="E89B26">
                  <a:shade val="30000"/>
                  <a:satMod val="115000"/>
                </a:srgbClr>
              </a:gs>
              <a:gs pos="53000">
                <a:srgbClr val="E89B26">
                  <a:shade val="67500"/>
                  <a:satMod val="115000"/>
                </a:srgbClr>
              </a:gs>
              <a:gs pos="100000">
                <a:srgbClr val="E89B26">
                  <a:shade val="100000"/>
                  <a:satMod val="115000"/>
                </a:srgbClr>
              </a:gs>
            </a:gsLst>
            <a:lin ang="13500000" scaled="1"/>
            <a:tileRect/>
          </a:gradFill>
          <a:ln>
            <a:solidFill>
              <a:srgbClr val="E89B26"/>
            </a:solidFill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59893C61-F69E-A994-F68D-4B84E76E1697}"/>
              </a:ext>
            </a:extLst>
          </p:cNvPr>
          <p:cNvSpPr/>
          <p:nvPr/>
        </p:nvSpPr>
        <p:spPr>
          <a:xfrm>
            <a:off x="19664348" y="9982796"/>
            <a:ext cx="11871357" cy="1213647"/>
          </a:xfrm>
          <a:prstGeom prst="roundRect">
            <a:avLst>
              <a:gd name="adj" fmla="val 12781"/>
            </a:avLst>
          </a:prstGeom>
          <a:gradFill flip="none" rotWithShape="1">
            <a:gsLst>
              <a:gs pos="0">
                <a:srgbClr val="365160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lin ang="2700000" scaled="1"/>
            <a:tileRect/>
          </a:gradFill>
          <a:ln>
            <a:solidFill>
              <a:srgbClr val="074365"/>
            </a:solidFill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FEDF1821-85FE-2F86-EB6A-03C7F1346D1C}"/>
              </a:ext>
            </a:extLst>
          </p:cNvPr>
          <p:cNvSpPr/>
          <p:nvPr/>
        </p:nvSpPr>
        <p:spPr>
          <a:xfrm>
            <a:off x="27645587" y="11372552"/>
            <a:ext cx="3890130" cy="1882981"/>
          </a:xfrm>
          <a:prstGeom prst="roundRect">
            <a:avLst>
              <a:gd name="adj" fmla="val 12781"/>
            </a:avLst>
          </a:prstGeom>
          <a:gradFill flip="none" rotWithShape="1">
            <a:gsLst>
              <a:gs pos="0">
                <a:srgbClr val="365160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lin ang="2700000" scaled="1"/>
            <a:tileRect/>
          </a:gradFill>
          <a:ln>
            <a:solidFill>
              <a:srgbClr val="074365"/>
            </a:solidFill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</p:spTree>
    <p:extLst>
      <p:ext uri="{BB962C8B-B14F-4D97-AF65-F5344CB8AC3E}">
        <p14:creationId xmlns:p14="http://schemas.microsoft.com/office/powerpoint/2010/main" val="1978666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Selector Switch 2 Clip Art at Clker.com - vector clip art online, royalty  free &amp; public domain">
            <a:extLst>
              <a:ext uri="{FF2B5EF4-FFF2-40B4-BE49-F238E27FC236}">
                <a16:creationId xmlns:a16="http://schemas.microsoft.com/office/drawing/2014/main" id="{2A029274-DF9D-6111-6484-2B3E783AF9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rgbClr val="1D711D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1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95795" y="16151285"/>
            <a:ext cx="1741063" cy="1703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Selector Switch 2 Clip Art at Clker.com - vector clip art online, royalty  free &amp; public domain">
            <a:extLst>
              <a:ext uri="{FF2B5EF4-FFF2-40B4-BE49-F238E27FC236}">
                <a16:creationId xmlns:a16="http://schemas.microsoft.com/office/drawing/2014/main" id="{793D47B7-D5C4-AD05-8E2F-F3BFD8F03C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1200"/>
                    </a14:imgEffect>
                    <a14:imgEffect>
                      <a14:brightnessContrast bright="-2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20975265" y="12696883"/>
            <a:ext cx="1741063" cy="1703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Balão de Fala: Retângulo com Cantos Arredondados 4">
            <a:extLst>
              <a:ext uri="{FF2B5EF4-FFF2-40B4-BE49-F238E27FC236}">
                <a16:creationId xmlns:a16="http://schemas.microsoft.com/office/drawing/2014/main" id="{C188CDE8-5C49-1AC1-632D-D808F2D9A8EF}"/>
              </a:ext>
            </a:extLst>
          </p:cNvPr>
          <p:cNvSpPr/>
          <p:nvPr/>
        </p:nvSpPr>
        <p:spPr>
          <a:xfrm>
            <a:off x="23298294" y="12528030"/>
            <a:ext cx="3524881" cy="3135784"/>
          </a:xfrm>
          <a:prstGeom prst="wedgeRoundRectCallout">
            <a:avLst>
              <a:gd name="adj1" fmla="val 69878"/>
              <a:gd name="adj2" fmla="val -102181"/>
              <a:gd name="adj3" fmla="val 16667"/>
            </a:avLst>
          </a:prstGeom>
          <a:solidFill>
            <a:srgbClr val="04324C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133" dirty="0">
              <a:latin typeface="Din"/>
              <a:cs typeface="Segoe UI Semibold" panose="020B0702040204020203" pitchFamily="34" charset="0"/>
            </a:endParaRPr>
          </a:p>
          <a:p>
            <a:pPr algn="ctr"/>
            <a:r>
              <a:rPr lang="pt-BR" sz="2133" dirty="0">
                <a:latin typeface="Din"/>
                <a:cs typeface="Segoe UI Semibold" panose="020B0702040204020203" pitchFamily="34" charset="0"/>
              </a:rPr>
              <a:t>Use esse botão para trocar a tabela ao lado esquerdo, de um modelo Macro para um modelo Resumido (Processamento mais veloz)</a:t>
            </a:r>
          </a:p>
        </p:txBody>
      </p:sp>
      <p:pic>
        <p:nvPicPr>
          <p:cNvPr id="2" name="Picture 2" descr="Selector Switch 2 Clip Art at Clker.com - vector clip art online, royalty  free &amp; public domain">
            <a:extLst>
              <a:ext uri="{FF2B5EF4-FFF2-40B4-BE49-F238E27FC236}">
                <a16:creationId xmlns:a16="http://schemas.microsoft.com/office/drawing/2014/main" id="{79273EBC-B956-FD58-3558-8E82986EB3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1200"/>
                    </a14:imgEffect>
                    <a14:imgEffect>
                      <a14:brightnessContrast bright="-2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43219" y="12696883"/>
            <a:ext cx="1741063" cy="1703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69853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D0EA0-6488-B19F-F5ED-84A53089C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FE6209B0-B65B-FD67-4D0A-9F81B08F3583}"/>
              </a:ext>
            </a:extLst>
          </p:cNvPr>
          <p:cNvSpPr/>
          <p:nvPr/>
        </p:nvSpPr>
        <p:spPr>
          <a:xfrm>
            <a:off x="17530613" y="9828224"/>
            <a:ext cx="16255996" cy="9143995"/>
          </a:xfrm>
          <a:prstGeom prst="roundRect">
            <a:avLst>
              <a:gd name="adj" fmla="val 2717"/>
            </a:avLst>
          </a:prstGeom>
          <a:solidFill>
            <a:srgbClr val="0F0E15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E10777D8-8ACB-A2B0-028E-8DA3D1C4C07A}"/>
              </a:ext>
            </a:extLst>
          </p:cNvPr>
          <p:cNvSpPr/>
          <p:nvPr/>
        </p:nvSpPr>
        <p:spPr>
          <a:xfrm>
            <a:off x="17472027" y="9828224"/>
            <a:ext cx="16255996" cy="9143995"/>
          </a:xfrm>
          <a:prstGeom prst="roundRect">
            <a:avLst>
              <a:gd name="adj" fmla="val 2945"/>
            </a:avLst>
          </a:prstGeom>
          <a:solidFill>
            <a:srgbClr val="032233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41935B47-C44E-E55D-A063-6BCBD8A86081}"/>
              </a:ext>
            </a:extLst>
          </p:cNvPr>
          <p:cNvSpPr/>
          <p:nvPr/>
        </p:nvSpPr>
        <p:spPr>
          <a:xfrm>
            <a:off x="27983205" y="9828229"/>
            <a:ext cx="5744836" cy="3089429"/>
          </a:xfrm>
          <a:prstGeom prst="roundRect">
            <a:avLst>
              <a:gd name="adj" fmla="val 9341"/>
            </a:avLst>
          </a:prstGeom>
          <a:solidFill>
            <a:srgbClr val="021722"/>
          </a:solidFill>
          <a:ln>
            <a:solidFill>
              <a:srgbClr val="0318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pic>
        <p:nvPicPr>
          <p:cNvPr id="12" name="Imagem 11" descr="Ícone&#10;&#10;O conteúdo gerado por IA pode estar incorreto.">
            <a:extLst>
              <a:ext uri="{FF2B5EF4-FFF2-40B4-BE49-F238E27FC236}">
                <a16:creationId xmlns:a16="http://schemas.microsoft.com/office/drawing/2014/main" id="{DF134ABE-E74C-86F2-1777-7F11B8765F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00827" y="9917000"/>
            <a:ext cx="568624" cy="568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324692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 2013 - 2022">
  <a:themeElements>
    <a:clrScheme name="Tema do 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 2013 -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 2013 -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lcf76f155ced4ddcb4097134ff3c332f xmlns="996f600e-0733-4526-a0fb-b18e680a05e7">
      <Terms xmlns="http://schemas.microsoft.com/office/infopath/2007/PartnerControls"/>
    </lcf76f155ced4ddcb4097134ff3c332f>
    <TaxCatchAll xmlns="137de72a-d4ba-42bd-86fe-71b4bed90a39" xsi:nil="true"/>
    <_ip_UnifiedCompliancePolicyProperties xmlns="http://schemas.microsoft.com/sharepoint/v3" xsi:nil="true"/>
    <_Flow_SignoffStatus xmlns="996f600e-0733-4526-a0fb-b18e680a05e7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BD8796E1EBEF0447B8A50267FB38BA07" ma:contentTypeVersion="21" ma:contentTypeDescription="Crie um novo documento." ma:contentTypeScope="" ma:versionID="51b69d7bf1e80634fb6243a48f7b967a">
  <xsd:schema xmlns:xsd="http://www.w3.org/2001/XMLSchema" xmlns:xs="http://www.w3.org/2001/XMLSchema" xmlns:p="http://schemas.microsoft.com/office/2006/metadata/properties" xmlns:ns1="http://schemas.microsoft.com/sharepoint/v3" xmlns:ns2="137de72a-d4ba-42bd-86fe-71b4bed90a39" xmlns:ns3="996f600e-0733-4526-a0fb-b18e680a05e7" targetNamespace="http://schemas.microsoft.com/office/2006/metadata/properties" ma:root="true" ma:fieldsID="ff2cafffd62144788c92268155a1b106" ns1:_="" ns2:_="" ns3:_="">
    <xsd:import namespace="http://schemas.microsoft.com/sharepoint/v3"/>
    <xsd:import namespace="137de72a-d4ba-42bd-86fe-71b4bed90a39"/>
    <xsd:import namespace="996f600e-0733-4526-a0fb-b18e680a05e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DateTaken" minOccurs="0"/>
                <xsd:element ref="ns3:MediaServiceOCR" minOccurs="0"/>
                <xsd:element ref="ns3:MediaServiceEventHashCode" minOccurs="0"/>
                <xsd:element ref="ns3:MediaServiceGenerationTime" minOccurs="0"/>
                <xsd:element ref="ns3:MediaServiceLocation" minOccurs="0"/>
                <xsd:element ref="ns1:_ip_UnifiedCompliancePolicyProperties" minOccurs="0"/>
                <xsd:element ref="ns1:_ip_UnifiedCompliancePolicyUIAction" minOccurs="0"/>
                <xsd:element ref="ns3:MediaServiceAutoKeyPoints" minOccurs="0"/>
                <xsd:element ref="ns3:MediaServiceKeyPoints" minOccurs="0"/>
                <xsd:element ref="ns3:_Flow_SignoffStatus" minOccurs="0"/>
                <xsd:element ref="ns3:MediaLengthInSeconds" minOccurs="0"/>
                <xsd:element ref="ns3:MediaServiceSearchProperties" minOccurs="0"/>
                <xsd:element ref="ns3:lcf76f155ced4ddcb4097134ff3c332f" minOccurs="0"/>
                <xsd:element ref="ns2:TaxCatchAll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8" nillable="true" ma:displayName="Propriedades da Política de Conformidade Unificada" ma:hidden="true" ma:internalName="_ip_UnifiedCompliancePolicyProperties">
      <xsd:simpleType>
        <xsd:restriction base="dms:Note"/>
      </xsd:simpleType>
    </xsd:element>
    <xsd:element name="_ip_UnifiedCompliancePolicyUIAction" ma:index="19" nillable="true" ma:displayName="Ação de Interface do Usuário da Política de Conformidade Unificada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37de72a-d4ba-42bd-86fe-71b4bed90a39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Compartilhado com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hes de Compartilhado Com" ma:description="" ma:internalName="SharedWithDetails" ma:readOnly="true">
      <xsd:simpleType>
        <xsd:restriction base="dms:Note">
          <xsd:maxLength value="255"/>
        </xsd:restriction>
      </xsd:simpleType>
    </xsd:element>
    <xsd:element name="TaxCatchAll" ma:index="27" nillable="true" ma:displayName="Taxonomy Catch All Column" ma:hidden="true" ma:list="{7c29a83d-9d72-4be0-874c-6931bbb95da7}" ma:internalName="TaxCatchAll" ma:showField="CatchAllData" ma:web="137de72a-d4ba-42bd-86fe-71b4bed90a3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6f600e-0733-4526-a0fb-b18e680a05e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AutoTags" ma:index="12" nillable="true" ma:displayName="MediaServiceAutoTags" ma:description="" ma:internalName="MediaServiceAutoTags" ma:readOnly="true">
      <xsd:simpleType>
        <xsd:restriction base="dms:Text"/>
      </xsd:simpleType>
    </xsd:element>
    <xsd:element name="MediaServiceDateTaken" ma:index="13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OCR" ma:index="14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2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Flow_SignoffStatus" ma:index="22" nillable="true" ma:displayName="Status de liberação" ma:internalName="Status_x0020_de_x0020_libera_x00e7__x00e3_o">
      <xsd:simpleType>
        <xsd:restriction base="dms:Text"/>
      </xsd:simple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26" nillable="true" ma:taxonomy="true" ma:internalName="lcf76f155ced4ddcb4097134ff3c332f" ma:taxonomyFieldName="MediaServiceImageTags" ma:displayName="Marcações de imagem" ma:readOnly="false" ma:fieldId="{5cf76f15-5ced-4ddc-b409-7134ff3c332f}" ma:taxonomyMulti="true" ma:sspId="a0ac124d-5430-4444-b94a-4a207a2bbed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8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CFDE38A-F306-4C4A-AFC1-208A8755E640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996f600e-0733-4526-a0fb-b18e680a05e7"/>
    <ds:schemaRef ds:uri="137de72a-d4ba-42bd-86fe-71b4bed90a39"/>
  </ds:schemaRefs>
</ds:datastoreItem>
</file>

<file path=customXml/itemProps2.xml><?xml version="1.0" encoding="utf-8"?>
<ds:datastoreItem xmlns:ds="http://schemas.openxmlformats.org/officeDocument/2006/customXml" ds:itemID="{AAE51230-9E4E-4FDB-9D86-2789E42C678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6FEFCE5-4A7D-48BD-A3A8-BA9D11A8CFE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137de72a-d4ba-42bd-86fe-71b4bed90a39"/>
    <ds:schemaRef ds:uri="996f600e-0733-4526-a0fb-b18e680a05e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16369</TotalTime>
  <Words>64</Words>
  <Application>Microsoft Office PowerPoint</Application>
  <PresentationFormat>Personalizar</PresentationFormat>
  <Paragraphs>10</Paragraphs>
  <Slides>7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</vt:i4>
      </vt:variant>
    </vt:vector>
  </HeadingPairs>
  <TitlesOfParts>
    <vt:vector size="13" baseType="lpstr">
      <vt:lpstr>Arial</vt:lpstr>
      <vt:lpstr>Calibri</vt:lpstr>
      <vt:lpstr>Calibri Light</vt:lpstr>
      <vt:lpstr>Din</vt:lpstr>
      <vt:lpstr>Segoe UI</vt:lpstr>
      <vt:lpstr>Tema do Office 2013 - 2022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Alon Pinheiro</dc:creator>
  <cp:lastModifiedBy>Renan Santos Ferreira</cp:lastModifiedBy>
  <cp:revision>66</cp:revision>
  <dcterms:created xsi:type="dcterms:W3CDTF">2021-01-25T21:40:29Z</dcterms:created>
  <dcterms:modified xsi:type="dcterms:W3CDTF">2026-04-17T17:54:54Z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ba52d44-af58-4f66-8659-3c1b8d659d72_Enabled">
    <vt:lpwstr>true</vt:lpwstr>
  </property>
  <property fmtid="{D5CDD505-2E9C-101B-9397-08002B2CF9AE}" pid="3" name="MSIP_Label_3ba52d44-af58-4f66-8659-3c1b8d659d72_SetDate">
    <vt:lpwstr>2025-04-21T17:37:46Z</vt:lpwstr>
  </property>
  <property fmtid="{D5CDD505-2E9C-101B-9397-08002B2CF9AE}" pid="4" name="MSIP_Label_3ba52d44-af58-4f66-8659-3c1b8d659d72_Method">
    <vt:lpwstr>Privileged</vt:lpwstr>
  </property>
  <property fmtid="{D5CDD505-2E9C-101B-9397-08002B2CF9AE}" pid="5" name="MSIP_Label_3ba52d44-af58-4f66-8659-3c1b8d659d72_Name">
    <vt:lpwstr>3ba52d44-af58-4f66-8659-3c1b8d659d72</vt:lpwstr>
  </property>
  <property fmtid="{D5CDD505-2E9C-101B-9397-08002B2CF9AE}" pid="6" name="MSIP_Label_3ba52d44-af58-4f66-8659-3c1b8d659d72_SiteId">
    <vt:lpwstr>461fd7ef-0eb3-4420-b044-310dc2914d64</vt:lpwstr>
  </property>
  <property fmtid="{D5CDD505-2E9C-101B-9397-08002B2CF9AE}" pid="7" name="MSIP_Label_3ba52d44-af58-4f66-8659-3c1b8d659d72_ActionId">
    <vt:lpwstr>7ef89e69-af4a-4a1c-ba6c-35ca88c6a98d</vt:lpwstr>
  </property>
  <property fmtid="{D5CDD505-2E9C-101B-9397-08002B2CF9AE}" pid="8" name="MSIP_Label_3ba52d44-af58-4f66-8659-3c1b8d659d72_ContentBits">
    <vt:lpwstr>2</vt:lpwstr>
  </property>
  <property fmtid="{D5CDD505-2E9C-101B-9397-08002B2CF9AE}" pid="9" name="MSIP_Label_3ba52d44-af58-4f66-8659-3c1b8d659d72_Tag">
    <vt:lpwstr>10, 0, 1, 1</vt:lpwstr>
  </property>
  <property fmtid="{D5CDD505-2E9C-101B-9397-08002B2CF9AE}" pid="10" name="ClassificationContentMarkingFooterLocations">
    <vt:lpwstr>Tema do Office:8</vt:lpwstr>
  </property>
  <property fmtid="{D5CDD505-2E9C-101B-9397-08002B2CF9AE}" pid="11" name="ClassificationContentMarkingFooterText">
    <vt:lpwstr>This content is Internal.</vt:lpwstr>
  </property>
  <property fmtid="{D5CDD505-2E9C-101B-9397-08002B2CF9AE}" pid="12" name="ContentTypeId">
    <vt:lpwstr>0x010100BD8796E1EBEF0447B8A50267FB38BA07</vt:lpwstr>
  </property>
</Properties>
</file>