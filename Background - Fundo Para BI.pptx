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4"/>
  </p:sldMasterIdLst>
  <p:sldIdLst>
    <p:sldId id="427" r:id="rId5"/>
    <p:sldId id="431" r:id="rId6"/>
    <p:sldId id="434" r:id="rId7"/>
    <p:sldId id="435" r:id="rId8"/>
    <p:sldId id="359" r:id="rId9"/>
    <p:sldId id="379" r:id="rId10"/>
    <p:sldId id="398" r:id="rId11"/>
    <p:sldId id="432" r:id="rId12"/>
    <p:sldId id="433" r:id="rId13"/>
  </p:sldIdLst>
  <p:sldSz cx="51200050" cy="288004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2233"/>
    <a:srgbClr val="E89B26"/>
    <a:srgbClr val="DBDFE1"/>
    <a:srgbClr val="F4F5F6"/>
    <a:srgbClr val="021722"/>
    <a:srgbClr val="C17B10"/>
    <a:srgbClr val="031823"/>
    <a:srgbClr val="A6A9AD"/>
    <a:srgbClr val="CCD2D5"/>
    <a:srgbClr val="8DA6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15" autoAdjust="0"/>
    <p:restoredTop sz="96283" autoAdjust="0"/>
  </p:normalViewPr>
  <p:slideViewPr>
    <p:cSldViewPr snapToGrid="0">
      <p:cViewPr>
        <p:scale>
          <a:sx n="75" d="100"/>
          <a:sy n="75" d="100"/>
        </p:scale>
        <p:origin x="-5226" y="-4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007" y="4713407"/>
            <a:ext cx="38400038" cy="10026815"/>
          </a:xfrm>
        </p:spPr>
        <p:txBody>
          <a:bodyPr anchor="b"/>
          <a:lstStyle>
            <a:lvl1pPr algn="ctr"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007" y="15126892"/>
            <a:ext cx="38400038" cy="6953434"/>
          </a:xfrm>
        </p:spPr>
        <p:txBody>
          <a:bodyPr/>
          <a:lstStyle>
            <a:lvl1pPr marL="0" indent="0" algn="ctr">
              <a:buNone/>
              <a:defRPr sz="10079"/>
            </a:lvl1pPr>
            <a:lvl2pPr marL="1920011" indent="0" algn="ctr">
              <a:buNone/>
              <a:defRPr sz="8399"/>
            </a:lvl2pPr>
            <a:lvl3pPr marL="3840023" indent="0" algn="ctr">
              <a:buNone/>
              <a:defRPr sz="7559"/>
            </a:lvl3pPr>
            <a:lvl4pPr marL="5760034" indent="0" algn="ctr">
              <a:buNone/>
              <a:defRPr sz="6719"/>
            </a:lvl4pPr>
            <a:lvl5pPr marL="7680046" indent="0" algn="ctr">
              <a:buNone/>
              <a:defRPr sz="6719"/>
            </a:lvl5pPr>
            <a:lvl6pPr marL="9600057" indent="0" algn="ctr">
              <a:buNone/>
              <a:defRPr sz="6719"/>
            </a:lvl6pPr>
            <a:lvl7pPr marL="11520068" indent="0" algn="ctr">
              <a:buNone/>
              <a:defRPr sz="6719"/>
            </a:lvl7pPr>
            <a:lvl8pPr marL="13440080" indent="0" algn="ctr">
              <a:buNone/>
              <a:defRPr sz="6719"/>
            </a:lvl8pPr>
            <a:lvl9pPr marL="15360091" indent="0" algn="ctr">
              <a:buNone/>
              <a:defRPr sz="6719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67184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15972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338" y="7180112"/>
            <a:ext cx="44160043" cy="11980175"/>
          </a:xfrm>
        </p:spPr>
        <p:txBody>
          <a:bodyPr anchor="b"/>
          <a:lstStyle>
            <a:lvl1pPr>
              <a:defRPr sz="25197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338" y="19273624"/>
            <a:ext cx="44160043" cy="6300091"/>
          </a:xfrm>
        </p:spPr>
        <p:txBody>
          <a:bodyPr/>
          <a:lstStyle>
            <a:lvl1pPr marL="0" indent="0">
              <a:buNone/>
              <a:defRPr sz="10079">
                <a:solidFill>
                  <a:schemeClr val="tx1">
                    <a:tint val="75000"/>
                  </a:schemeClr>
                </a:solidFill>
              </a:defRPr>
            </a:lvl1pPr>
            <a:lvl2pPr marL="1920011" indent="0">
              <a:buNone/>
              <a:defRPr sz="8399">
                <a:solidFill>
                  <a:schemeClr val="tx1">
                    <a:tint val="75000"/>
                  </a:schemeClr>
                </a:solidFill>
              </a:defRPr>
            </a:lvl2pPr>
            <a:lvl3pPr marL="3840023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3pPr>
            <a:lvl4pPr marL="5760034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4pPr>
            <a:lvl5pPr marL="7680046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5pPr>
            <a:lvl6pPr marL="9600057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6pPr>
            <a:lvl7pPr marL="11520068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7pPr>
            <a:lvl8pPr marL="13440080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8pPr>
            <a:lvl9pPr marL="15360091" indent="0">
              <a:buNone/>
              <a:defRPr sz="671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730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004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0025" y="7666782"/>
            <a:ext cx="21760021" cy="1827360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96700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3" y="1533360"/>
            <a:ext cx="44160043" cy="556675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6675" y="7060108"/>
            <a:ext cx="21660018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6675" y="10520155"/>
            <a:ext cx="21660018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0025" y="7060108"/>
            <a:ext cx="21766690" cy="3460049"/>
          </a:xfrm>
        </p:spPr>
        <p:txBody>
          <a:bodyPr anchor="b"/>
          <a:lstStyle>
            <a:lvl1pPr marL="0" indent="0">
              <a:buNone/>
              <a:defRPr sz="10079" b="1"/>
            </a:lvl1pPr>
            <a:lvl2pPr marL="1920011" indent="0">
              <a:buNone/>
              <a:defRPr sz="8399" b="1"/>
            </a:lvl2pPr>
            <a:lvl3pPr marL="3840023" indent="0">
              <a:buNone/>
              <a:defRPr sz="7559" b="1"/>
            </a:lvl3pPr>
            <a:lvl4pPr marL="5760034" indent="0">
              <a:buNone/>
              <a:defRPr sz="6719" b="1"/>
            </a:lvl4pPr>
            <a:lvl5pPr marL="7680046" indent="0">
              <a:buNone/>
              <a:defRPr sz="6719" b="1"/>
            </a:lvl5pPr>
            <a:lvl6pPr marL="9600057" indent="0">
              <a:buNone/>
              <a:defRPr sz="6719" b="1"/>
            </a:lvl6pPr>
            <a:lvl7pPr marL="11520068" indent="0">
              <a:buNone/>
              <a:defRPr sz="6719" b="1"/>
            </a:lvl7pPr>
            <a:lvl8pPr marL="13440080" indent="0">
              <a:buNone/>
              <a:defRPr sz="6719" b="1"/>
            </a:lvl8pPr>
            <a:lvl9pPr marL="15360091" indent="0">
              <a:buNone/>
              <a:defRPr sz="6719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0025" y="10520155"/>
            <a:ext cx="21766690" cy="1547356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1689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3110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6214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6691" y="4146732"/>
            <a:ext cx="25920025" cy="20466969"/>
          </a:xfrm>
        </p:spPr>
        <p:txBody>
          <a:bodyPr/>
          <a:lstStyle>
            <a:lvl1pPr>
              <a:defRPr sz="13438"/>
            </a:lvl1pPr>
            <a:lvl2pPr>
              <a:defRPr sz="11759"/>
            </a:lvl2pPr>
            <a:lvl3pPr>
              <a:defRPr sz="10079"/>
            </a:lvl3pPr>
            <a:lvl4pPr>
              <a:defRPr sz="8399"/>
            </a:lvl4pPr>
            <a:lvl5pPr>
              <a:defRPr sz="8399"/>
            </a:lvl5pPr>
            <a:lvl6pPr>
              <a:defRPr sz="8399"/>
            </a:lvl6pPr>
            <a:lvl7pPr>
              <a:defRPr sz="8399"/>
            </a:lvl7pPr>
            <a:lvl8pPr>
              <a:defRPr sz="8399"/>
            </a:lvl8pPr>
            <a:lvl9pPr>
              <a:defRPr sz="8399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0365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6675" y="1920030"/>
            <a:ext cx="16513346" cy="6720099"/>
          </a:xfrm>
        </p:spPr>
        <p:txBody>
          <a:bodyPr anchor="b"/>
          <a:lstStyle>
            <a:lvl1pPr>
              <a:defRPr sz="1343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6691" y="4146732"/>
            <a:ext cx="25920025" cy="20466969"/>
          </a:xfrm>
        </p:spPr>
        <p:txBody>
          <a:bodyPr anchor="t"/>
          <a:lstStyle>
            <a:lvl1pPr marL="0" indent="0">
              <a:buNone/>
              <a:defRPr sz="13438"/>
            </a:lvl1pPr>
            <a:lvl2pPr marL="1920011" indent="0">
              <a:buNone/>
              <a:defRPr sz="11759"/>
            </a:lvl2pPr>
            <a:lvl3pPr marL="3840023" indent="0">
              <a:buNone/>
              <a:defRPr sz="10079"/>
            </a:lvl3pPr>
            <a:lvl4pPr marL="5760034" indent="0">
              <a:buNone/>
              <a:defRPr sz="8399"/>
            </a:lvl4pPr>
            <a:lvl5pPr marL="7680046" indent="0">
              <a:buNone/>
              <a:defRPr sz="8399"/>
            </a:lvl5pPr>
            <a:lvl6pPr marL="9600057" indent="0">
              <a:buNone/>
              <a:defRPr sz="8399"/>
            </a:lvl6pPr>
            <a:lvl7pPr marL="11520068" indent="0">
              <a:buNone/>
              <a:defRPr sz="8399"/>
            </a:lvl7pPr>
            <a:lvl8pPr marL="13440080" indent="0">
              <a:buNone/>
              <a:defRPr sz="8399"/>
            </a:lvl8pPr>
            <a:lvl9pPr marL="15360091" indent="0">
              <a:buNone/>
              <a:defRPr sz="8399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6675" y="8640129"/>
            <a:ext cx="16513346" cy="16006905"/>
          </a:xfrm>
        </p:spPr>
        <p:txBody>
          <a:bodyPr/>
          <a:lstStyle>
            <a:lvl1pPr marL="0" indent="0">
              <a:buNone/>
              <a:defRPr sz="6719"/>
            </a:lvl1pPr>
            <a:lvl2pPr marL="1920011" indent="0">
              <a:buNone/>
              <a:defRPr sz="5879"/>
            </a:lvl2pPr>
            <a:lvl3pPr marL="3840023" indent="0">
              <a:buNone/>
              <a:defRPr sz="5039"/>
            </a:lvl3pPr>
            <a:lvl4pPr marL="5760034" indent="0">
              <a:buNone/>
              <a:defRPr sz="4200"/>
            </a:lvl4pPr>
            <a:lvl5pPr marL="7680046" indent="0">
              <a:buNone/>
              <a:defRPr sz="4200"/>
            </a:lvl5pPr>
            <a:lvl6pPr marL="9600057" indent="0">
              <a:buNone/>
              <a:defRPr sz="4200"/>
            </a:lvl6pPr>
            <a:lvl7pPr marL="11520068" indent="0">
              <a:buNone/>
              <a:defRPr sz="4200"/>
            </a:lvl7pPr>
            <a:lvl8pPr marL="13440080" indent="0">
              <a:buNone/>
              <a:defRPr sz="4200"/>
            </a:lvl8pPr>
            <a:lvl9pPr marL="15360091" indent="0">
              <a:buNone/>
              <a:defRPr sz="42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2128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4766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0037" y="1533358"/>
            <a:ext cx="11040011" cy="2440702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002" y="1533358"/>
            <a:ext cx="32480032" cy="2440702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177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005" y="1533360"/>
            <a:ext cx="44160043" cy="55667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005" y="7666782"/>
            <a:ext cx="44160043" cy="182736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00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62B505-841C-4C89-B392-8F545B9B6E7F}" type="datetimeFigureOut">
              <a:rPr lang="pt-BR" smtClean="0"/>
              <a:t>19/04/2026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0018" y="26693729"/>
            <a:ext cx="17280017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0035" y="26693729"/>
            <a:ext cx="11520011" cy="15333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03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5CD209-0F25-469A-8C2D-02EDE24F8230}" type="slidenum">
              <a:rPr lang="pt-BR" smtClean="0"/>
              <a:t>‹nº›</a:t>
            </a:fld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7E1FCA55-1A9B-DBF8-2845-15C380F008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3060025" y="27893745"/>
            <a:ext cx="5200005" cy="205121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333">
                <a:solidFill>
                  <a:srgbClr val="0000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This content is Internal.</a:t>
            </a:r>
          </a:p>
        </p:txBody>
      </p:sp>
    </p:spTree>
    <p:extLst>
      <p:ext uri="{BB962C8B-B14F-4D97-AF65-F5344CB8AC3E}">
        <p14:creationId xmlns:p14="http://schemas.microsoft.com/office/powerpoint/2010/main" val="3107819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840023" rtl="0" eaLnBrk="1" latinLnBrk="0" hangingPunct="1">
        <a:lnSpc>
          <a:spcPct val="90000"/>
        </a:lnSpc>
        <a:spcBef>
          <a:spcPct val="0"/>
        </a:spcBef>
        <a:buNone/>
        <a:defRPr sz="1847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60006" indent="-960006" algn="l" defTabSz="3840023" rtl="0" eaLnBrk="1" latinLnBrk="0" hangingPunct="1">
        <a:lnSpc>
          <a:spcPct val="90000"/>
        </a:lnSpc>
        <a:spcBef>
          <a:spcPts val="4200"/>
        </a:spcBef>
        <a:buFont typeface="Arial" panose="020B0604020202020204" pitchFamily="34" charset="0"/>
        <a:buChar char="•"/>
        <a:defRPr sz="11759" kern="1200">
          <a:solidFill>
            <a:schemeClr val="tx1"/>
          </a:solidFill>
          <a:latin typeface="+mn-lt"/>
          <a:ea typeface="+mn-ea"/>
          <a:cs typeface="+mn-cs"/>
        </a:defRPr>
      </a:lvl1pPr>
      <a:lvl2pPr marL="288001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10079" kern="1200">
          <a:solidFill>
            <a:schemeClr val="tx1"/>
          </a:solidFill>
          <a:latin typeface="+mn-lt"/>
          <a:ea typeface="+mn-ea"/>
          <a:cs typeface="+mn-cs"/>
        </a:defRPr>
      </a:lvl2pPr>
      <a:lvl3pPr marL="4800029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8399" kern="1200">
          <a:solidFill>
            <a:schemeClr val="tx1"/>
          </a:solidFill>
          <a:latin typeface="+mn-lt"/>
          <a:ea typeface="+mn-ea"/>
          <a:cs typeface="+mn-cs"/>
        </a:defRPr>
      </a:lvl3pPr>
      <a:lvl4pPr marL="6720040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8640051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10560063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2480074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4400086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6320097" indent="-960006" algn="l" defTabSz="3840023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1pPr>
      <a:lvl2pPr marL="192001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2pPr>
      <a:lvl3pPr marL="3840023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3pPr>
      <a:lvl4pPr marL="5760034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4pPr>
      <a:lvl5pPr marL="7680046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5pPr>
      <a:lvl6pPr marL="9600057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6pPr>
      <a:lvl7pPr marL="11520068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7pPr>
      <a:lvl8pPr marL="13440080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8pPr>
      <a:lvl9pPr marL="15360091" algn="l" defTabSz="3840023" rtl="0" eaLnBrk="1" latinLnBrk="0" hangingPunct="1">
        <a:defRPr sz="75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246A0-EAFD-0FCF-DA0C-4E454B9E8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922BA49C-667F-8E00-5976-8B268C571423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A08E81FD-7CE1-E154-0EFF-8D6898AA469F}"/>
              </a:ext>
            </a:extLst>
          </p:cNvPr>
          <p:cNvSpPr/>
          <p:nvPr/>
        </p:nvSpPr>
        <p:spPr>
          <a:xfrm>
            <a:off x="17587321" y="9925420"/>
            <a:ext cx="995739" cy="877090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54" name="Imagem 53">
            <a:extLst>
              <a:ext uri="{FF2B5EF4-FFF2-40B4-BE49-F238E27FC236}">
                <a16:creationId xmlns:a16="http://schemas.microsoft.com/office/drawing/2014/main" id="{0764FC4C-5E15-4472-F9AC-A1F5515DC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75827" y="10067041"/>
            <a:ext cx="795715" cy="722269"/>
          </a:xfrm>
          <a:prstGeom prst="rect">
            <a:avLst/>
          </a:prstGeom>
        </p:spPr>
      </p:pic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FFE3B2E6-E44A-7BE6-4582-9ABBD9F22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D403E0B-68F1-F803-AC88-2AAF493F629C}"/>
              </a:ext>
            </a:extLst>
          </p:cNvPr>
          <p:cNvGrpSpPr/>
          <p:nvPr/>
        </p:nvGrpSpPr>
        <p:grpSpPr>
          <a:xfrm>
            <a:off x="18878189" y="9925420"/>
            <a:ext cx="13738802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2936A74F-0D12-A8CE-C74C-1E100545AE20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B1B62EE3-B2AF-43A4-5D8B-C45F21C8A90F}"/>
                </a:ext>
              </a:extLst>
            </p:cNvPr>
            <p:cNvSpPr txBox="1"/>
            <p:nvPr/>
          </p:nvSpPr>
          <p:spPr>
            <a:xfrm>
              <a:off x="18891466" y="10005809"/>
              <a:ext cx="8656648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80B56D43-60F4-C746-C7FB-FC9064EF93EA}"/>
                </a:ext>
              </a:extLst>
            </p:cNvPr>
            <p:cNvSpPr txBox="1"/>
            <p:nvPr/>
          </p:nvSpPr>
          <p:spPr>
            <a:xfrm>
              <a:off x="18891466" y="10581735"/>
              <a:ext cx="8656648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4B5F0A38-708B-F989-8890-E386D254753D}"/>
              </a:ext>
            </a:extLst>
          </p:cNvPr>
          <p:cNvSpPr/>
          <p:nvPr/>
        </p:nvSpPr>
        <p:spPr>
          <a:xfrm>
            <a:off x="1887819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9" name="Retângulo: Cantos Arredondados 48">
            <a:extLst>
              <a:ext uri="{FF2B5EF4-FFF2-40B4-BE49-F238E27FC236}">
                <a16:creationId xmlns:a16="http://schemas.microsoft.com/office/drawing/2014/main" id="{1AFBA749-4C37-CC0F-71AA-C937F45EC362}"/>
              </a:ext>
            </a:extLst>
          </p:cNvPr>
          <p:cNvSpPr/>
          <p:nvPr/>
        </p:nvSpPr>
        <p:spPr>
          <a:xfrm>
            <a:off x="26304730" y="12870836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0" name="Retângulo: Cantos Arredondados 49">
            <a:extLst>
              <a:ext uri="{FF2B5EF4-FFF2-40B4-BE49-F238E27FC236}">
                <a16:creationId xmlns:a16="http://schemas.microsoft.com/office/drawing/2014/main" id="{62A9A4D0-9EF8-8CEC-2BA8-796EC9B169DB}"/>
              </a:ext>
            </a:extLst>
          </p:cNvPr>
          <p:cNvSpPr/>
          <p:nvPr/>
        </p:nvSpPr>
        <p:spPr>
          <a:xfrm>
            <a:off x="1887819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1" name="Retângulo: Cantos Arredondados 50">
            <a:extLst>
              <a:ext uri="{FF2B5EF4-FFF2-40B4-BE49-F238E27FC236}">
                <a16:creationId xmlns:a16="http://schemas.microsoft.com/office/drawing/2014/main" id="{58B60AF1-BD29-2168-A508-488D2E6C3B1A}"/>
              </a:ext>
            </a:extLst>
          </p:cNvPr>
          <p:cNvSpPr/>
          <p:nvPr/>
        </p:nvSpPr>
        <p:spPr>
          <a:xfrm>
            <a:off x="26304730" y="15870393"/>
            <a:ext cx="7145924" cy="2825929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5711181D-BB96-850C-870A-07D56216DE55}"/>
              </a:ext>
            </a:extLst>
          </p:cNvPr>
          <p:cNvSpPr/>
          <p:nvPr/>
        </p:nvSpPr>
        <p:spPr>
          <a:xfrm>
            <a:off x="2187782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67EB91CB-9834-2AC8-62DE-70F42D1E7819}"/>
              </a:ext>
            </a:extLst>
          </p:cNvPr>
          <p:cNvSpPr/>
          <p:nvPr/>
        </p:nvSpPr>
        <p:spPr>
          <a:xfrm>
            <a:off x="24877460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EF74F2E8-1E78-8CB3-9C6F-83477FEDFC88}"/>
              </a:ext>
            </a:extLst>
          </p:cNvPr>
          <p:cNvSpPr/>
          <p:nvPr/>
        </p:nvSpPr>
        <p:spPr>
          <a:xfrm>
            <a:off x="27877095" y="11075213"/>
            <a:ext cx="2573924" cy="1602422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195E2982-3C2A-2F2C-3F2F-F1D097F7AF4D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DD8CAACE-E30A-53E2-0231-A76E6FB89EC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9323B7DA-0FA0-E156-2B6B-3D87F836D90E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3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C54A-321F-6C7E-9988-55E49CC97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329814DD-975D-EDE3-7A16-2EF48A318BD2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FD59DFDA-B0C6-B13A-7594-6DB2E1D505FA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A609DB09-C8C3-9756-1E6F-B3FF4BF15D7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0ECB4BF2-6B98-F92A-4A5F-1CAB65F2FB63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B983C720-35C6-6CA7-9956-F3C1097227BF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468BD63E-78EC-B1E7-EA8E-FA2A62300531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Visão Executiva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E41C1DBA-F2A3-A81A-025D-DB0CB07A0C2C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D47BA7C0-4604-0164-6353-C6A63304EA5D}"/>
              </a:ext>
            </a:extLst>
          </p:cNvPr>
          <p:cNvSpPr/>
          <p:nvPr/>
        </p:nvSpPr>
        <p:spPr>
          <a:xfrm>
            <a:off x="1869835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2" name="Retângulo: Cantos Arredondados 61">
            <a:extLst>
              <a:ext uri="{FF2B5EF4-FFF2-40B4-BE49-F238E27FC236}">
                <a16:creationId xmlns:a16="http://schemas.microsoft.com/office/drawing/2014/main" id="{54CE131E-9AA6-5376-F90A-BA4B311AFBBF}"/>
              </a:ext>
            </a:extLst>
          </p:cNvPr>
          <p:cNvSpPr/>
          <p:nvPr/>
        </p:nvSpPr>
        <p:spPr>
          <a:xfrm>
            <a:off x="22090681" y="11075213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3" name="Retângulo: Cantos Arredondados 62">
            <a:extLst>
              <a:ext uri="{FF2B5EF4-FFF2-40B4-BE49-F238E27FC236}">
                <a16:creationId xmlns:a16="http://schemas.microsoft.com/office/drawing/2014/main" id="{44F082B5-0DA2-56FE-C6D7-56119385B762}"/>
              </a:ext>
            </a:extLst>
          </p:cNvPr>
          <p:cNvSpPr/>
          <p:nvPr/>
        </p:nvSpPr>
        <p:spPr>
          <a:xfrm>
            <a:off x="24877460" y="11075213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4" name="Retângulo: Cantos Arredondados 63">
            <a:extLst>
              <a:ext uri="{FF2B5EF4-FFF2-40B4-BE49-F238E27FC236}">
                <a16:creationId xmlns:a16="http://schemas.microsoft.com/office/drawing/2014/main" id="{86FCBD4A-570D-099B-EDF6-19810CBAF97E}"/>
              </a:ext>
            </a:extLst>
          </p:cNvPr>
          <p:cNvSpPr/>
          <p:nvPr/>
        </p:nvSpPr>
        <p:spPr>
          <a:xfrm>
            <a:off x="27664239" y="11075213"/>
            <a:ext cx="2573924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83ABFDCB-63D0-18AA-5162-9C42B90F83F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89E6F8FC-7B3D-CA4C-9D48-5EF7231137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9B121555-8D51-DA4C-E218-3EE23B5F3592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83D9E9F-4D34-8BB4-9110-82A1561CF348}"/>
              </a:ext>
            </a:extLst>
          </p:cNvPr>
          <p:cNvSpPr/>
          <p:nvPr/>
        </p:nvSpPr>
        <p:spPr>
          <a:xfrm>
            <a:off x="1871253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8E49FDCD-F019-02B3-753A-9CFE5FA4CD09}"/>
              </a:ext>
            </a:extLst>
          </p:cNvPr>
          <p:cNvSpPr/>
          <p:nvPr/>
        </p:nvSpPr>
        <p:spPr>
          <a:xfrm>
            <a:off x="2621527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8AF68628-B478-6B5E-90B8-5D3ED4697BC5}"/>
              </a:ext>
            </a:extLst>
          </p:cNvPr>
          <p:cNvSpPr/>
          <p:nvPr/>
        </p:nvSpPr>
        <p:spPr>
          <a:xfrm>
            <a:off x="2622945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70849AE4-57F9-087C-12D5-068756557C5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18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BF4CB-7A59-C23D-8275-AEDCAB30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B85139BC-A3E7-8080-4CE3-A574D280494C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B89421A9-E410-D9C6-FB2F-65B7D9455C4A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FB1F68CF-FB06-7001-E551-601FD92B8C4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7C2F52E4-B050-882E-7E74-F7A685B0F9A3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CD829ED4-59B7-69F0-9261-816B317B7B53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CE3DAE02-4715-EF2D-C172-F88153BB8F0D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Análise por Canal e Região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DF6A4ACD-3E7F-B6C4-2A6B-264DEEF83F35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2280FB4B-0FAE-D4C1-D815-7B1019BB79EC}"/>
              </a:ext>
            </a:extLst>
          </p:cNvPr>
          <p:cNvSpPr/>
          <p:nvPr/>
        </p:nvSpPr>
        <p:spPr>
          <a:xfrm>
            <a:off x="18698354" y="11081482"/>
            <a:ext cx="7387446" cy="789075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FCBCF875-51A5-BE5E-BB26-8E959C5922A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9005CB5C-5EBD-91A3-C867-C01C7EC3E14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4FCB1D91-0D44-C435-BB2D-883767A1F3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2BDDE4CC-970F-39EC-CE7F-7ED9790743F0}"/>
              </a:ext>
            </a:extLst>
          </p:cNvPr>
          <p:cNvSpPr/>
          <p:nvPr/>
        </p:nvSpPr>
        <p:spPr>
          <a:xfrm>
            <a:off x="2621527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6C27F2C-5D4F-53D0-2066-78C66A8AB731}"/>
              </a:ext>
            </a:extLst>
          </p:cNvPr>
          <p:cNvSpPr/>
          <p:nvPr/>
        </p:nvSpPr>
        <p:spPr>
          <a:xfrm>
            <a:off x="2621527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C45AA47B-96C9-F4A3-64F1-C8AB67B5A52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CCB16271-11BF-4E42-4F20-9BFFD7B27640}"/>
              </a:ext>
            </a:extLst>
          </p:cNvPr>
          <p:cNvSpPr/>
          <p:nvPr/>
        </p:nvSpPr>
        <p:spPr>
          <a:xfrm>
            <a:off x="31226719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C4748862-73B5-3616-6E54-5CDF8E180BAC}"/>
              </a:ext>
            </a:extLst>
          </p:cNvPr>
          <p:cNvSpPr/>
          <p:nvPr/>
        </p:nvSpPr>
        <p:spPr>
          <a:xfrm>
            <a:off x="28720996" y="11081482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425F0E46-250C-6F37-9D3D-8933275ED64F}"/>
              </a:ext>
            </a:extLst>
          </p:cNvPr>
          <p:cNvSpPr/>
          <p:nvPr/>
        </p:nvSpPr>
        <p:spPr>
          <a:xfrm>
            <a:off x="26215273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E34CC59A-937B-8B35-75D9-18F22079AFD6}"/>
              </a:ext>
            </a:extLst>
          </p:cNvPr>
          <p:cNvSpPr txBox="1"/>
          <p:nvPr/>
        </p:nvSpPr>
        <p:spPr>
          <a:xfrm>
            <a:off x="18807380" y="10168770"/>
            <a:ext cx="35309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chemeClr val="bg2">
                    <a:lumMod val="90000"/>
                  </a:schemeClr>
                </a:solidFill>
                <a:latin typeface="Din"/>
              </a:rPr>
              <a:t>Análise: 2024 </a:t>
            </a:r>
            <a:r>
              <a:rPr lang="pt-BR" sz="1400" dirty="0" err="1">
                <a:solidFill>
                  <a:schemeClr val="bg2">
                    <a:lumMod val="90000"/>
                  </a:schemeClr>
                </a:solidFill>
                <a:latin typeface="Din"/>
              </a:rPr>
              <a:t>vs</a:t>
            </a:r>
            <a:r>
              <a:rPr lang="pt-BR" sz="1400" dirty="0">
                <a:solidFill>
                  <a:schemeClr val="bg2">
                    <a:lumMod val="90000"/>
                  </a:schemeClr>
                </a:solidFill>
                <a:latin typeface="Din"/>
              </a:rPr>
              <a:t> 2023 (ano completo)</a:t>
            </a:r>
          </a:p>
          <a:p>
            <a:r>
              <a:rPr lang="pt-BR" sz="1400" dirty="0">
                <a:solidFill>
                  <a:schemeClr val="bg2">
                    <a:lumMod val="90000"/>
                  </a:schemeClr>
                </a:solidFill>
                <a:latin typeface="Din"/>
              </a:rPr>
              <a:t>Filtros ativos: Canal, Região e Produto</a:t>
            </a:r>
          </a:p>
        </p:txBody>
      </p:sp>
    </p:spTree>
    <p:extLst>
      <p:ext uri="{BB962C8B-B14F-4D97-AF65-F5344CB8AC3E}">
        <p14:creationId xmlns:p14="http://schemas.microsoft.com/office/powerpoint/2010/main" val="43849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7C00C-D6C8-8316-9F8C-DAB59E873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: Cantos Arredondados 36">
            <a:extLst>
              <a:ext uri="{FF2B5EF4-FFF2-40B4-BE49-F238E27FC236}">
                <a16:creationId xmlns:a16="http://schemas.microsoft.com/office/drawing/2014/main" id="{F734784B-336B-5B0A-CAE8-89134B7CDA3B}"/>
              </a:ext>
            </a:extLst>
          </p:cNvPr>
          <p:cNvSpPr/>
          <p:nvPr/>
        </p:nvSpPr>
        <p:spPr>
          <a:xfrm>
            <a:off x="17472027" y="9852690"/>
            <a:ext cx="16255996" cy="9119542"/>
          </a:xfrm>
          <a:prstGeom prst="roundRect">
            <a:avLst>
              <a:gd name="adj" fmla="val 3334"/>
            </a:avLst>
          </a:prstGeom>
          <a:solidFill>
            <a:srgbClr val="F5F7F9"/>
          </a:solidFill>
          <a:ln>
            <a:solidFill>
              <a:srgbClr val="F5F7F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" name="Retângulo: Cantos Arredondados 24">
            <a:extLst>
              <a:ext uri="{FF2B5EF4-FFF2-40B4-BE49-F238E27FC236}">
                <a16:creationId xmlns:a16="http://schemas.microsoft.com/office/drawing/2014/main" id="{DB5E8C01-573C-0933-91B3-44613B623AEB}"/>
              </a:ext>
            </a:extLst>
          </p:cNvPr>
          <p:cNvSpPr/>
          <p:nvPr/>
        </p:nvSpPr>
        <p:spPr>
          <a:xfrm>
            <a:off x="17587321" y="9925420"/>
            <a:ext cx="995739" cy="9046812"/>
          </a:xfrm>
          <a:prstGeom prst="roundRect">
            <a:avLst>
              <a:gd name="adj" fmla="val 24349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endParaRPr lang="pt-BR" sz="3467" dirty="0">
              <a:solidFill>
                <a:schemeClr val="bg1"/>
              </a:solidFill>
              <a:latin typeface="Din"/>
            </a:endParaRPr>
          </a:p>
        </p:txBody>
      </p:sp>
      <p:pic>
        <p:nvPicPr>
          <p:cNvPr id="12" name="Imagem 11" descr="Forma, Retângulo&#10;&#10;O conteúdo gerado por IA pode estar incorreto.">
            <a:extLst>
              <a:ext uri="{FF2B5EF4-FFF2-40B4-BE49-F238E27FC236}">
                <a16:creationId xmlns:a16="http://schemas.microsoft.com/office/drawing/2014/main" id="{09551DE6-1755-99FD-ADF6-F5B033EFC02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0540940"/>
            <a:ext cx="532660" cy="532660"/>
          </a:xfrm>
          <a:prstGeom prst="rect">
            <a:avLst/>
          </a:prstGeom>
        </p:spPr>
      </p:pic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A3BCD41-F70C-59A3-DBC1-75599DBB30CD}"/>
              </a:ext>
            </a:extLst>
          </p:cNvPr>
          <p:cNvGrpSpPr/>
          <p:nvPr/>
        </p:nvGrpSpPr>
        <p:grpSpPr>
          <a:xfrm>
            <a:off x="18698354" y="9925420"/>
            <a:ext cx="14918545" cy="995739"/>
            <a:chOff x="18680926" y="9879347"/>
            <a:chExt cx="14002071" cy="1122481"/>
          </a:xfrm>
        </p:grpSpPr>
        <p:sp>
          <p:nvSpPr>
            <p:cNvPr id="6" name="Retângulo: Cantos Arredondados 5">
              <a:extLst>
                <a:ext uri="{FF2B5EF4-FFF2-40B4-BE49-F238E27FC236}">
                  <a16:creationId xmlns:a16="http://schemas.microsoft.com/office/drawing/2014/main" id="{E3949316-1C71-5464-88E2-DB07C04BDA44}"/>
                </a:ext>
              </a:extLst>
            </p:cNvPr>
            <p:cNvSpPr/>
            <p:nvPr/>
          </p:nvSpPr>
          <p:spPr>
            <a:xfrm rot="16200000">
              <a:off x="25120721" y="3439552"/>
              <a:ext cx="1122481" cy="14002071"/>
            </a:xfrm>
            <a:prstGeom prst="roundRect">
              <a:avLst>
                <a:gd name="adj" fmla="val 24349"/>
              </a:avLst>
            </a:prstGeom>
            <a:gradFill flip="none" rotWithShape="1">
              <a:gsLst>
                <a:gs pos="0">
                  <a:srgbClr val="05324B"/>
                </a:gs>
                <a:gs pos="62000">
                  <a:srgbClr val="032030"/>
                </a:gs>
                <a:gs pos="76000">
                  <a:srgbClr val="032030"/>
                </a:gs>
                <a:gs pos="100000">
                  <a:srgbClr val="032030"/>
                </a:gs>
              </a:gsLst>
              <a:lin ang="2700000" scaled="1"/>
              <a:tileRect/>
            </a:gradFill>
            <a:ln>
              <a:solidFill>
                <a:srgbClr val="074365"/>
              </a:solidFill>
            </a:ln>
            <a:effectLst>
              <a:outerShdw blurRad="50800" dist="38100" dir="3300000" algn="t" rotWithShape="0">
                <a:schemeClr val="bg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" rtlCol="0" anchor="ctr"/>
            <a:lstStyle/>
            <a:p>
              <a:pPr algn="ctr"/>
              <a:endParaRPr lang="pt-BR" sz="3467" dirty="0">
                <a:solidFill>
                  <a:schemeClr val="bg1"/>
                </a:solidFill>
                <a:latin typeface="Din"/>
              </a:endParaRPr>
            </a:p>
          </p:txBody>
        </p:sp>
        <p:sp>
          <p:nvSpPr>
            <p:cNvPr id="3" name="CaixaDeTexto 2">
              <a:extLst>
                <a:ext uri="{FF2B5EF4-FFF2-40B4-BE49-F238E27FC236}">
                  <a16:creationId xmlns:a16="http://schemas.microsoft.com/office/drawing/2014/main" id="{EEA27806-B63E-0A54-9287-8347C00D9D8B}"/>
                </a:ext>
              </a:extLst>
            </p:cNvPr>
            <p:cNvSpPr txBox="1"/>
            <p:nvPr/>
          </p:nvSpPr>
          <p:spPr>
            <a:xfrm>
              <a:off x="18891466" y="10005809"/>
              <a:ext cx="13791531" cy="5898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Sales Insights – </a:t>
              </a:r>
              <a:r>
                <a:rPr lang="pt-BR" sz="2800" b="1" dirty="0" err="1">
                  <a:solidFill>
                    <a:schemeClr val="bg1"/>
                  </a:solidFill>
                  <a:latin typeface="Din"/>
                </a:rPr>
                <a:t>Drill-down</a:t>
              </a:r>
              <a:r>
                <a:rPr lang="pt-BR" sz="2800" b="1" dirty="0">
                  <a:solidFill>
                    <a:schemeClr val="bg1"/>
                  </a:solidFill>
                  <a:latin typeface="Din"/>
                </a:rPr>
                <a:t> Produto</a:t>
              </a: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7145F0E0-DE3B-3C22-1787-CFDD67C6017E}"/>
                </a:ext>
              </a:extLst>
            </p:cNvPr>
            <p:cNvSpPr txBox="1"/>
            <p:nvPr/>
          </p:nvSpPr>
          <p:spPr>
            <a:xfrm>
              <a:off x="18891466" y="10581735"/>
              <a:ext cx="13791531" cy="3469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>
                  <a:solidFill>
                    <a:schemeClr val="bg2">
                      <a:lumMod val="90000"/>
                    </a:schemeClr>
                  </a:solidFill>
                  <a:latin typeface="Din"/>
                </a:rPr>
                <a:t>Bimbo Brasil</a:t>
              </a:r>
              <a:r>
                <a:rPr lang="pt-BR" sz="1400" b="0" i="0" dirty="0">
                  <a:solidFill>
                    <a:schemeClr val="bg2">
                      <a:lumMod val="90000"/>
                    </a:schemeClr>
                  </a:solidFill>
                  <a:effectLst/>
                  <a:latin typeface="Segoe UI" panose="020B0502040204020203" pitchFamily="34" charset="0"/>
                </a:rPr>
                <a:t> · Controladoria DNA</a:t>
              </a:r>
              <a:endParaRPr lang="pt-BR" sz="1400" dirty="0">
                <a:solidFill>
                  <a:schemeClr val="bg2">
                    <a:lumMod val="90000"/>
                  </a:schemeClr>
                </a:solidFill>
                <a:latin typeface="Din"/>
              </a:endParaRPr>
            </a:p>
          </p:txBody>
        </p:sp>
      </p:grpSp>
      <p:sp>
        <p:nvSpPr>
          <p:cNvPr id="27" name="Retângulo: Cantos Arredondados 26">
            <a:extLst>
              <a:ext uri="{FF2B5EF4-FFF2-40B4-BE49-F238E27FC236}">
                <a16:creationId xmlns:a16="http://schemas.microsoft.com/office/drawing/2014/main" id="{DAF142CE-62C0-3DB5-8CA7-DFF2843A85CB}"/>
              </a:ext>
            </a:extLst>
          </p:cNvPr>
          <p:cNvSpPr/>
          <p:nvPr/>
        </p:nvSpPr>
        <p:spPr>
          <a:xfrm>
            <a:off x="18698354" y="11081482"/>
            <a:ext cx="7387446" cy="4704618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6" name="Imagem 65" descr="Ícone&#10;&#10;O conteúdo gerado por IA pode estar incorreto.">
            <a:extLst>
              <a:ext uri="{FF2B5EF4-FFF2-40B4-BE49-F238E27FC236}">
                <a16:creationId xmlns:a16="http://schemas.microsoft.com/office/drawing/2014/main" id="{94B61170-BFEF-EDD8-1E31-0C6D7F6732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39" y="13678050"/>
            <a:ext cx="532661" cy="532661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pic>
        <p:nvPicPr>
          <p:cNvPr id="67" name="Imagem 66" descr="Ícone&#10;&#10;O conteúdo gerado por IA pode estar incorreto.">
            <a:extLst>
              <a:ext uri="{FF2B5EF4-FFF2-40B4-BE49-F238E27FC236}">
                <a16:creationId xmlns:a16="http://schemas.microsoft.com/office/drawing/2014/main" id="{06012035-4478-657F-4FF9-53A21411A197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1586643"/>
            <a:ext cx="532661" cy="532661"/>
          </a:xfrm>
          <a:prstGeom prst="rect">
            <a:avLst/>
          </a:prstGeom>
        </p:spPr>
      </p:pic>
      <p:pic>
        <p:nvPicPr>
          <p:cNvPr id="68" name="Imagem 67" descr="Ícone&#10;&#10;O conteúdo gerado por IA pode estar incorreto.">
            <a:extLst>
              <a:ext uri="{FF2B5EF4-FFF2-40B4-BE49-F238E27FC236}">
                <a16:creationId xmlns:a16="http://schemas.microsoft.com/office/drawing/2014/main" id="{2C835528-2E3A-2F77-9C8F-C3B863DC011C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20140" y="12646861"/>
            <a:ext cx="532660" cy="532660"/>
          </a:xfrm>
          <a:prstGeom prst="rect">
            <a:avLst/>
          </a:prstGeom>
        </p:spPr>
      </p:pic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FC38052B-F099-2B39-E07B-E41CB4D40C66}"/>
              </a:ext>
            </a:extLst>
          </p:cNvPr>
          <p:cNvSpPr/>
          <p:nvPr/>
        </p:nvSpPr>
        <p:spPr>
          <a:xfrm>
            <a:off x="26215273" y="15935112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1847DABB-DCF0-6EDB-A245-0C3CE0432DB6}"/>
              </a:ext>
            </a:extLst>
          </p:cNvPr>
          <p:cNvSpPr/>
          <p:nvPr/>
        </p:nvSpPr>
        <p:spPr>
          <a:xfrm>
            <a:off x="26215274" y="12748980"/>
            <a:ext cx="7387446" cy="3037120"/>
          </a:xfrm>
          <a:prstGeom prst="roundRect">
            <a:avLst>
              <a:gd name="adj" fmla="val 5412"/>
            </a:avLst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21" name="Imagem 20" descr="Ícone&#10;&#10;O conteúdo gerado por IA pode estar incorreto.">
            <a:extLst>
              <a:ext uri="{FF2B5EF4-FFF2-40B4-BE49-F238E27FC236}">
                <a16:creationId xmlns:a16="http://schemas.microsoft.com/office/drawing/2014/main" id="{8FEA4FEF-EF9F-C5BD-AD59-23609B298618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4027" y="10066769"/>
            <a:ext cx="713039" cy="713039"/>
          </a:xfrm>
          <a:prstGeom prst="rect">
            <a:avLst/>
          </a:prstGeom>
        </p:spPr>
      </p:pic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E8DFF816-B376-371E-4845-D381A9324BD7}"/>
              </a:ext>
            </a:extLst>
          </p:cNvPr>
          <p:cNvSpPr/>
          <p:nvPr/>
        </p:nvSpPr>
        <p:spPr>
          <a:xfrm>
            <a:off x="31226719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E62E950C-EC96-DE6E-BB47-366C5B2B51BB}"/>
              </a:ext>
            </a:extLst>
          </p:cNvPr>
          <p:cNvSpPr/>
          <p:nvPr/>
        </p:nvSpPr>
        <p:spPr>
          <a:xfrm>
            <a:off x="28720996" y="11081482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226C1A11-8125-9D24-F7F0-EF8CBABD4CD2}"/>
              </a:ext>
            </a:extLst>
          </p:cNvPr>
          <p:cNvSpPr/>
          <p:nvPr/>
        </p:nvSpPr>
        <p:spPr>
          <a:xfrm>
            <a:off x="26215273" y="11068944"/>
            <a:ext cx="2376000" cy="151971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5400000" algn="t" rotWithShape="0">
              <a:srgbClr val="05324B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>
              <a:solidFill>
                <a:prstClr val="white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324886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FA5C1A16-C3EC-4FF1-AF20-3819E1CE4E09}"/>
              </a:ext>
            </a:extLst>
          </p:cNvPr>
          <p:cNvSpPr/>
          <p:nvPr/>
        </p:nvSpPr>
        <p:spPr>
          <a:xfrm>
            <a:off x="19519331" y="9828224"/>
            <a:ext cx="12161407" cy="9143995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9538CCE-9C58-4BAA-A9EC-E85351AE64C9}"/>
              </a:ext>
            </a:extLst>
          </p:cNvPr>
          <p:cNvSpPr/>
          <p:nvPr/>
        </p:nvSpPr>
        <p:spPr>
          <a:xfrm>
            <a:off x="19664360" y="11372552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EB39688C-7D9A-42A5-A55A-4CDC367DD5E1}"/>
              </a:ext>
            </a:extLst>
          </p:cNvPr>
          <p:cNvSpPr/>
          <p:nvPr/>
        </p:nvSpPr>
        <p:spPr>
          <a:xfrm>
            <a:off x="23767240" y="11372552"/>
            <a:ext cx="3729323" cy="1882981"/>
          </a:xfrm>
          <a:prstGeom prst="roundRect">
            <a:avLst>
              <a:gd name="adj" fmla="val 10925"/>
            </a:avLst>
          </a:prstGeom>
          <a:gradFill flip="none" rotWithShape="1">
            <a:gsLst>
              <a:gs pos="0">
                <a:srgbClr val="E89B26">
                  <a:shade val="30000"/>
                  <a:satMod val="115000"/>
                </a:srgbClr>
              </a:gs>
              <a:gs pos="53000">
                <a:srgbClr val="E89B26">
                  <a:shade val="67500"/>
                  <a:satMod val="115000"/>
                </a:srgbClr>
              </a:gs>
              <a:gs pos="100000">
                <a:srgbClr val="E89B26">
                  <a:shade val="100000"/>
                  <a:satMod val="115000"/>
                </a:srgbClr>
              </a:gs>
            </a:gsLst>
            <a:lin ang="13500000" scaled="1"/>
            <a:tileRect/>
          </a:gradFill>
          <a:ln>
            <a:solidFill>
              <a:srgbClr val="E89B26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59893C61-F69E-A994-F68D-4B84E76E1697}"/>
              </a:ext>
            </a:extLst>
          </p:cNvPr>
          <p:cNvSpPr/>
          <p:nvPr/>
        </p:nvSpPr>
        <p:spPr>
          <a:xfrm>
            <a:off x="19664348" y="9982796"/>
            <a:ext cx="11871357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FEDF1821-85FE-2F86-EB6A-03C7F1346D1C}"/>
              </a:ext>
            </a:extLst>
          </p:cNvPr>
          <p:cNvSpPr/>
          <p:nvPr/>
        </p:nvSpPr>
        <p:spPr>
          <a:xfrm>
            <a:off x="27645587" y="11372552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solidFill>
              <a:srgbClr val="074365"/>
            </a:solidFill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</p:spTree>
    <p:extLst>
      <p:ext uri="{BB962C8B-B14F-4D97-AF65-F5344CB8AC3E}">
        <p14:creationId xmlns:p14="http://schemas.microsoft.com/office/powerpoint/2010/main" val="197866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2A029274-DF9D-6111-6484-2B3E783AF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duotone>
              <a:prstClr val="black"/>
              <a:srgbClr val="1D711D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95795" y="16151285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793D47B7-D5C4-AD05-8E2F-F3BFD8F03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0975265" y="12696883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Balão de Fala: Retângulo com Cantos Arredondados 4">
            <a:extLst>
              <a:ext uri="{FF2B5EF4-FFF2-40B4-BE49-F238E27FC236}">
                <a16:creationId xmlns:a16="http://schemas.microsoft.com/office/drawing/2014/main" id="{C188CDE8-5C49-1AC1-632D-D808F2D9A8EF}"/>
              </a:ext>
            </a:extLst>
          </p:cNvPr>
          <p:cNvSpPr/>
          <p:nvPr/>
        </p:nvSpPr>
        <p:spPr>
          <a:xfrm>
            <a:off x="23298294" y="12528030"/>
            <a:ext cx="3524881" cy="3135784"/>
          </a:xfrm>
          <a:prstGeom prst="wedgeRoundRectCallout">
            <a:avLst>
              <a:gd name="adj1" fmla="val 69878"/>
              <a:gd name="adj2" fmla="val -102181"/>
              <a:gd name="adj3" fmla="val 16667"/>
            </a:avLst>
          </a:prstGeom>
          <a:solidFill>
            <a:srgbClr val="04324C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133" dirty="0">
              <a:latin typeface="Din"/>
              <a:cs typeface="Segoe UI Semibold" panose="020B0702040204020203" pitchFamily="34" charset="0"/>
            </a:endParaRPr>
          </a:p>
          <a:p>
            <a:pPr algn="ctr"/>
            <a:r>
              <a:rPr lang="pt-BR" sz="2133" dirty="0">
                <a:latin typeface="Din"/>
                <a:cs typeface="Segoe UI Semibold" panose="020B0702040204020203" pitchFamily="34" charset="0"/>
              </a:rPr>
              <a:t>Use esse botão para trocar a tabela ao lado esquerdo, de um modelo Macro para um modelo Resumido (Processamento mais veloz)</a:t>
            </a:r>
          </a:p>
        </p:txBody>
      </p:sp>
      <p:pic>
        <p:nvPicPr>
          <p:cNvPr id="2" name="Picture 2" descr="Selector Switch 2 Clip Art at Clker.com - vector clip art online, royalty  free &amp; public domain">
            <a:extLst>
              <a:ext uri="{FF2B5EF4-FFF2-40B4-BE49-F238E27FC236}">
                <a16:creationId xmlns:a16="http://schemas.microsoft.com/office/drawing/2014/main" id="{79273EBC-B956-FD58-3558-8E82986EB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000000">
                  <a:alpha val="0"/>
                </a:srgbClr>
              </a:clrFrom>
              <a:clrTo>
                <a:srgbClr val="000000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43219" y="12696883"/>
            <a:ext cx="1741063" cy="1703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9853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D0EA0-6488-B19F-F5ED-84A53089C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E6209B0-B65B-FD67-4D0A-9F81B08F3583}"/>
              </a:ext>
            </a:extLst>
          </p:cNvPr>
          <p:cNvSpPr/>
          <p:nvPr/>
        </p:nvSpPr>
        <p:spPr>
          <a:xfrm>
            <a:off x="17530613" y="9828224"/>
            <a:ext cx="16255996" cy="9143995"/>
          </a:xfrm>
          <a:prstGeom prst="roundRect">
            <a:avLst>
              <a:gd name="adj" fmla="val 2717"/>
            </a:avLst>
          </a:prstGeom>
          <a:solidFill>
            <a:srgbClr val="0F0E15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2" name="Retângulo: Cantos Arredondados 1">
            <a:extLst>
              <a:ext uri="{FF2B5EF4-FFF2-40B4-BE49-F238E27FC236}">
                <a16:creationId xmlns:a16="http://schemas.microsoft.com/office/drawing/2014/main" id="{E10777D8-8ACB-A2B0-028E-8DA3D1C4C07A}"/>
              </a:ext>
            </a:extLst>
          </p:cNvPr>
          <p:cNvSpPr/>
          <p:nvPr/>
        </p:nvSpPr>
        <p:spPr>
          <a:xfrm>
            <a:off x="17472027" y="9828224"/>
            <a:ext cx="16255996" cy="9143995"/>
          </a:xfrm>
          <a:prstGeom prst="roundRect">
            <a:avLst>
              <a:gd name="adj" fmla="val 2945"/>
            </a:avLst>
          </a:prstGeom>
          <a:solidFill>
            <a:srgbClr val="032233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41935B47-C44E-E55D-A063-6BCBD8A86081}"/>
              </a:ext>
            </a:extLst>
          </p:cNvPr>
          <p:cNvSpPr/>
          <p:nvPr/>
        </p:nvSpPr>
        <p:spPr>
          <a:xfrm>
            <a:off x="27983205" y="9828229"/>
            <a:ext cx="5744836" cy="3089429"/>
          </a:xfrm>
          <a:prstGeom prst="roundRect">
            <a:avLst>
              <a:gd name="adj" fmla="val 9341"/>
            </a:avLst>
          </a:prstGeom>
          <a:solidFill>
            <a:srgbClr val="021722"/>
          </a:solidFill>
          <a:ln>
            <a:solidFill>
              <a:srgbClr val="0318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12" name="Imagem 11" descr="Ícone&#10;&#10;O conteúdo gerado por IA pode estar incorreto.">
            <a:extLst>
              <a:ext uri="{FF2B5EF4-FFF2-40B4-BE49-F238E27FC236}">
                <a16:creationId xmlns:a16="http://schemas.microsoft.com/office/drawing/2014/main" id="{DF134ABE-E74C-86F2-1777-7F11B8765F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00827" y="9917000"/>
            <a:ext cx="568624" cy="56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246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CB798-E250-5226-4674-2F3941D4E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9FD79C7C-3C4C-5047-0354-51053C4B79D7}"/>
              </a:ext>
            </a:extLst>
          </p:cNvPr>
          <p:cNvSpPr/>
          <p:nvPr/>
        </p:nvSpPr>
        <p:spPr>
          <a:xfrm>
            <a:off x="17530613" y="9828224"/>
            <a:ext cx="16255996" cy="9143995"/>
          </a:xfrm>
          <a:prstGeom prst="roundRect">
            <a:avLst>
              <a:gd name="adj" fmla="val 2717"/>
            </a:avLst>
          </a:prstGeom>
          <a:solidFill>
            <a:srgbClr val="0F0E15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0A7E96D7-0228-4527-5A5E-E75EA2B9464D}"/>
              </a:ext>
            </a:extLst>
          </p:cNvPr>
          <p:cNvSpPr/>
          <p:nvPr/>
        </p:nvSpPr>
        <p:spPr>
          <a:xfrm>
            <a:off x="27054629" y="10931315"/>
            <a:ext cx="2522326" cy="3887771"/>
          </a:xfrm>
          <a:prstGeom prst="roundRect">
            <a:avLst>
              <a:gd name="adj" fmla="val 9341"/>
            </a:avLst>
          </a:prstGeom>
          <a:solidFill>
            <a:srgbClr val="021722"/>
          </a:solidFill>
          <a:ln>
            <a:solidFill>
              <a:srgbClr val="0318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pic>
        <p:nvPicPr>
          <p:cNvPr id="12" name="Imagem 11" descr="Ícone&#10;&#10;O conteúdo gerado por IA pode estar incorreto.">
            <a:extLst>
              <a:ext uri="{FF2B5EF4-FFF2-40B4-BE49-F238E27FC236}">
                <a16:creationId xmlns:a16="http://schemas.microsoft.com/office/drawing/2014/main" id="{D04D8ACA-A377-6FA6-EC9C-B15A7B22C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48141" y="11078143"/>
            <a:ext cx="568624" cy="568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468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008EB-38E0-474D-60A6-26EA8F71D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AD6C141-DEC8-8565-1716-24689F1554EE}"/>
              </a:ext>
            </a:extLst>
          </p:cNvPr>
          <p:cNvSpPr/>
          <p:nvPr/>
        </p:nvSpPr>
        <p:spPr>
          <a:xfrm>
            <a:off x="20094238" y="11281014"/>
            <a:ext cx="8716591" cy="7533796"/>
          </a:xfrm>
          <a:prstGeom prst="roundRect">
            <a:avLst>
              <a:gd name="adj" fmla="val 3334"/>
            </a:avLst>
          </a:prstGeom>
          <a:gradFill flip="none" rotWithShape="1">
            <a:gsLst>
              <a:gs pos="0">
                <a:srgbClr val="05324B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DF94C769-753C-DA72-7B3E-F8D5DA2C5086}"/>
              </a:ext>
            </a:extLst>
          </p:cNvPr>
          <p:cNvSpPr/>
          <p:nvPr/>
        </p:nvSpPr>
        <p:spPr>
          <a:xfrm>
            <a:off x="20372372" y="13164930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38F2C06-13F9-4809-541D-DD1E667A76D2}"/>
              </a:ext>
            </a:extLst>
          </p:cNvPr>
          <p:cNvSpPr/>
          <p:nvPr/>
        </p:nvSpPr>
        <p:spPr>
          <a:xfrm>
            <a:off x="20372372" y="11635685"/>
            <a:ext cx="8160322" cy="1213647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b="1" dirty="0">
                <a:solidFill>
                  <a:schemeClr val="bg1"/>
                </a:solidFill>
                <a:latin typeface="Din"/>
              </a:rPr>
              <a:t>Comportamento de </a:t>
            </a:r>
            <a:r>
              <a:rPr lang="pt-BR" sz="4400" b="1" dirty="0" err="1">
                <a:solidFill>
                  <a:schemeClr val="bg1"/>
                </a:solidFill>
                <a:latin typeface="Din"/>
              </a:rPr>
              <a:t>Churn</a:t>
            </a:r>
            <a:endParaRPr lang="pt-BR" sz="4400" b="1" dirty="0">
              <a:solidFill>
                <a:schemeClr val="bg1"/>
              </a:solidFill>
              <a:latin typeface="Din"/>
            </a:endParaRPr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43D63697-AF21-F0E5-4C28-20AF7486B378}"/>
              </a:ext>
            </a:extLst>
          </p:cNvPr>
          <p:cNvSpPr/>
          <p:nvPr/>
        </p:nvSpPr>
        <p:spPr>
          <a:xfrm>
            <a:off x="24642564" y="13164930"/>
            <a:ext cx="3890130" cy="1882981"/>
          </a:xfrm>
          <a:prstGeom prst="roundRect">
            <a:avLst>
              <a:gd name="adj" fmla="val 12781"/>
            </a:avLst>
          </a:prstGeom>
          <a:gradFill flip="none" rotWithShape="1">
            <a:gsLst>
              <a:gs pos="0">
                <a:srgbClr val="365160"/>
              </a:gs>
              <a:gs pos="62000">
                <a:srgbClr val="032030"/>
              </a:gs>
              <a:gs pos="76000">
                <a:srgbClr val="032030"/>
              </a:gs>
              <a:gs pos="100000">
                <a:srgbClr val="032030"/>
              </a:gs>
            </a:gsLst>
            <a:lin ang="2700000" scaled="1"/>
            <a:tileRect/>
          </a:gradFill>
          <a:ln>
            <a:noFill/>
          </a:ln>
          <a:effectLst>
            <a:outerShdw blurRad="50800" dist="38100" dir="33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/>
          </a:p>
        </p:txBody>
      </p:sp>
    </p:spTree>
    <p:extLst>
      <p:ext uri="{BB962C8B-B14F-4D97-AF65-F5344CB8AC3E}">
        <p14:creationId xmlns:p14="http://schemas.microsoft.com/office/powerpoint/2010/main" val="363448864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996f600e-0733-4526-a0fb-b18e680a05e7">
      <Terms xmlns="http://schemas.microsoft.com/office/infopath/2007/PartnerControls"/>
    </lcf76f155ced4ddcb4097134ff3c332f>
    <TaxCatchAll xmlns="137de72a-d4ba-42bd-86fe-71b4bed90a39" xsi:nil="true"/>
    <_ip_UnifiedCompliancePolicyProperties xmlns="http://schemas.microsoft.com/sharepoint/v3" xsi:nil="true"/>
    <_Flow_SignoffStatus xmlns="996f600e-0733-4526-a0fb-b18e680a05e7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D8796E1EBEF0447B8A50267FB38BA07" ma:contentTypeVersion="21" ma:contentTypeDescription="Crie um novo documento." ma:contentTypeScope="" ma:versionID="51b69d7bf1e80634fb6243a48f7b967a">
  <xsd:schema xmlns:xsd="http://www.w3.org/2001/XMLSchema" xmlns:xs="http://www.w3.org/2001/XMLSchema" xmlns:p="http://schemas.microsoft.com/office/2006/metadata/properties" xmlns:ns1="http://schemas.microsoft.com/sharepoint/v3" xmlns:ns2="137de72a-d4ba-42bd-86fe-71b4bed90a39" xmlns:ns3="996f600e-0733-4526-a0fb-b18e680a05e7" targetNamespace="http://schemas.microsoft.com/office/2006/metadata/properties" ma:root="true" ma:fieldsID="ff2cafffd62144788c92268155a1b106" ns1:_="" ns2:_="" ns3:_="">
    <xsd:import namespace="http://schemas.microsoft.com/sharepoint/v3"/>
    <xsd:import namespace="137de72a-d4ba-42bd-86fe-71b4bed90a39"/>
    <xsd:import namespace="996f600e-0733-4526-a0fb-b18e680a05e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3:MediaServiceEventHashCode" minOccurs="0"/>
                <xsd:element ref="ns3:MediaServiceGenerationTime" minOccurs="0"/>
                <xsd:element ref="ns3:MediaServiceLocation" minOccurs="0"/>
                <xsd:element ref="ns1:_ip_UnifiedCompliancePolicyProperties" minOccurs="0"/>
                <xsd:element ref="ns1:_ip_UnifiedCompliancePolicyUIAction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LengthInSecond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Propriedades da Política de Conformidade Unificada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Ação de Interface do Usuário da Política de Conformidade Unificada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7de72a-d4ba-42bd-86fe-71b4bed90a3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7" nillable="true" ma:displayName="Taxonomy Catch All Column" ma:hidden="true" ma:list="{7c29a83d-9d72-4be0-874c-6931bbb95da7}" ma:internalName="TaxCatchAll" ma:showField="CatchAllData" ma:web="137de72a-d4ba-42bd-86fe-71b4bed90a3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6f600e-0733-4526-a0fb-b18e680a05e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3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22" nillable="true" ma:displayName="Status de liberação" ma:internalName="Status_x0020_de_x0020_libera_x00e7__x00e3_o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6" nillable="true" ma:taxonomy="true" ma:internalName="lcf76f155ced4ddcb4097134ff3c332f" ma:taxonomyFieldName="MediaServiceImageTags" ma:displayName="Marcações de imagem" ma:readOnly="false" ma:fieldId="{5cf76f15-5ced-4ddc-b409-7134ff3c332f}" ma:taxonomyMulti="true" ma:sspId="a0ac124d-5430-4444-b94a-4a207a2bbed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8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CFDE38A-F306-4C4A-AFC1-208A8755E640}">
  <ds:schemaRefs>
    <ds:schemaRef ds:uri="http://purl.org/dc/elements/1.1/"/>
    <ds:schemaRef ds:uri="http://schemas.microsoft.com/sharepoint/v3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http://schemas.microsoft.com/office/2006/documentManagement/types"/>
    <ds:schemaRef ds:uri="996f600e-0733-4526-a0fb-b18e680a05e7"/>
    <ds:schemaRef ds:uri="http://schemas.microsoft.com/office/2006/metadata/properties"/>
    <ds:schemaRef ds:uri="137de72a-d4ba-42bd-86fe-71b4bed90a39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AE51230-9E4E-4FDB-9D86-2789E42C67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FEFCE5-4A7D-48BD-A3A8-BA9D11A8CFE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137de72a-d4ba-42bd-86fe-71b4bed90a39"/>
    <ds:schemaRef ds:uri="996f600e-0733-4526-a0fb-b18e680a05e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17127</TotalTime>
  <Words>87</Words>
  <Application>Microsoft Office PowerPoint</Application>
  <PresentationFormat>Personalizar</PresentationFormat>
  <Paragraphs>13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Din</vt:lpstr>
      <vt:lpstr>Segoe UI</vt:lpstr>
      <vt:lpstr>Tema do Office 2013 - 2022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Alon Pinheiro</dc:creator>
  <cp:lastModifiedBy>Renan Santos Ferreira</cp:lastModifiedBy>
  <cp:revision>74</cp:revision>
  <dcterms:created xsi:type="dcterms:W3CDTF">2021-01-25T21:40:29Z</dcterms:created>
  <dcterms:modified xsi:type="dcterms:W3CDTF">2026-04-20T01:11:13Z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a52d44-af58-4f66-8659-3c1b8d659d72_Enabled">
    <vt:lpwstr>true</vt:lpwstr>
  </property>
  <property fmtid="{D5CDD505-2E9C-101B-9397-08002B2CF9AE}" pid="3" name="MSIP_Label_3ba52d44-af58-4f66-8659-3c1b8d659d72_SetDate">
    <vt:lpwstr>2025-04-21T17:37:46Z</vt:lpwstr>
  </property>
  <property fmtid="{D5CDD505-2E9C-101B-9397-08002B2CF9AE}" pid="4" name="MSIP_Label_3ba52d44-af58-4f66-8659-3c1b8d659d72_Method">
    <vt:lpwstr>Privileged</vt:lpwstr>
  </property>
  <property fmtid="{D5CDD505-2E9C-101B-9397-08002B2CF9AE}" pid="5" name="MSIP_Label_3ba52d44-af58-4f66-8659-3c1b8d659d72_Name">
    <vt:lpwstr>3ba52d44-af58-4f66-8659-3c1b8d659d72</vt:lpwstr>
  </property>
  <property fmtid="{D5CDD505-2E9C-101B-9397-08002B2CF9AE}" pid="6" name="MSIP_Label_3ba52d44-af58-4f66-8659-3c1b8d659d72_SiteId">
    <vt:lpwstr>461fd7ef-0eb3-4420-b044-310dc2914d64</vt:lpwstr>
  </property>
  <property fmtid="{D5CDD505-2E9C-101B-9397-08002B2CF9AE}" pid="7" name="MSIP_Label_3ba52d44-af58-4f66-8659-3c1b8d659d72_ActionId">
    <vt:lpwstr>7ef89e69-af4a-4a1c-ba6c-35ca88c6a98d</vt:lpwstr>
  </property>
  <property fmtid="{D5CDD505-2E9C-101B-9397-08002B2CF9AE}" pid="8" name="MSIP_Label_3ba52d44-af58-4f66-8659-3c1b8d659d72_ContentBits">
    <vt:lpwstr>2</vt:lpwstr>
  </property>
  <property fmtid="{D5CDD505-2E9C-101B-9397-08002B2CF9AE}" pid="9" name="MSIP_Label_3ba52d44-af58-4f66-8659-3c1b8d659d72_Tag">
    <vt:lpwstr>10, 0, 1, 1</vt:lpwstr>
  </property>
  <property fmtid="{D5CDD505-2E9C-101B-9397-08002B2CF9AE}" pid="10" name="ClassificationContentMarkingFooterLocations">
    <vt:lpwstr>Tema do Office:8</vt:lpwstr>
  </property>
  <property fmtid="{D5CDD505-2E9C-101B-9397-08002B2CF9AE}" pid="11" name="ClassificationContentMarkingFooterText">
    <vt:lpwstr>This content is Internal.</vt:lpwstr>
  </property>
  <property fmtid="{D5CDD505-2E9C-101B-9397-08002B2CF9AE}" pid="12" name="ContentTypeId">
    <vt:lpwstr>0x010100BD8796E1EBEF0447B8A50267FB38BA07</vt:lpwstr>
  </property>
</Properties>
</file>