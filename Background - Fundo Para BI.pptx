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4"/>
  </p:sldMasterIdLst>
  <p:sldIdLst>
    <p:sldId id="427" r:id="rId5"/>
    <p:sldId id="431" r:id="rId6"/>
    <p:sldId id="430" r:id="rId7"/>
    <p:sldId id="428" r:id="rId8"/>
    <p:sldId id="429" r:id="rId9"/>
    <p:sldId id="359" r:id="rId10"/>
    <p:sldId id="379" r:id="rId11"/>
    <p:sldId id="398" r:id="rId12"/>
    <p:sldId id="432" r:id="rId13"/>
  </p:sldIdLst>
  <p:sldSz cx="51200050" cy="288004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2233"/>
    <a:srgbClr val="E89B26"/>
    <a:srgbClr val="DBDFE1"/>
    <a:srgbClr val="F4F5F6"/>
    <a:srgbClr val="021722"/>
    <a:srgbClr val="C17B10"/>
    <a:srgbClr val="031823"/>
    <a:srgbClr val="A6A9AD"/>
    <a:srgbClr val="CCD2D5"/>
    <a:srgbClr val="8DA6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15" autoAdjust="0"/>
    <p:restoredTop sz="96283" autoAdjust="0"/>
  </p:normalViewPr>
  <p:slideViewPr>
    <p:cSldViewPr snapToGrid="0">
      <p:cViewPr>
        <p:scale>
          <a:sx n="66" d="100"/>
          <a:sy n="66" d="100"/>
        </p:scale>
        <p:origin x="-3654" y="-36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007" y="4713407"/>
            <a:ext cx="38400038" cy="10026815"/>
          </a:xfrm>
        </p:spPr>
        <p:txBody>
          <a:bodyPr anchor="b"/>
          <a:lstStyle>
            <a:lvl1pPr algn="ctr">
              <a:defRPr sz="25197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007" y="15126892"/>
            <a:ext cx="38400038" cy="6953434"/>
          </a:xfrm>
        </p:spPr>
        <p:txBody>
          <a:bodyPr/>
          <a:lstStyle>
            <a:lvl1pPr marL="0" indent="0" algn="ctr">
              <a:buNone/>
              <a:defRPr sz="10079"/>
            </a:lvl1pPr>
            <a:lvl2pPr marL="1920011" indent="0" algn="ctr">
              <a:buNone/>
              <a:defRPr sz="8399"/>
            </a:lvl2pPr>
            <a:lvl3pPr marL="3840023" indent="0" algn="ctr">
              <a:buNone/>
              <a:defRPr sz="7559"/>
            </a:lvl3pPr>
            <a:lvl4pPr marL="5760034" indent="0" algn="ctr">
              <a:buNone/>
              <a:defRPr sz="6719"/>
            </a:lvl4pPr>
            <a:lvl5pPr marL="7680046" indent="0" algn="ctr">
              <a:buNone/>
              <a:defRPr sz="6719"/>
            </a:lvl5pPr>
            <a:lvl6pPr marL="9600057" indent="0" algn="ctr">
              <a:buNone/>
              <a:defRPr sz="6719"/>
            </a:lvl6pPr>
            <a:lvl7pPr marL="11520068" indent="0" algn="ctr">
              <a:buNone/>
              <a:defRPr sz="6719"/>
            </a:lvl7pPr>
            <a:lvl8pPr marL="13440080" indent="0" algn="ctr">
              <a:buNone/>
              <a:defRPr sz="6719"/>
            </a:lvl8pPr>
            <a:lvl9pPr marL="15360091" indent="0" algn="ctr">
              <a:buNone/>
              <a:defRPr sz="6719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71846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1597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338" y="7180112"/>
            <a:ext cx="44160043" cy="11980175"/>
          </a:xfrm>
        </p:spPr>
        <p:txBody>
          <a:bodyPr anchor="b"/>
          <a:lstStyle>
            <a:lvl1pPr>
              <a:defRPr sz="25197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338" y="19273624"/>
            <a:ext cx="44160043" cy="6300091"/>
          </a:xfrm>
        </p:spPr>
        <p:txBody>
          <a:bodyPr/>
          <a:lstStyle>
            <a:lvl1pPr marL="0" indent="0">
              <a:buNone/>
              <a:defRPr sz="10079">
                <a:solidFill>
                  <a:schemeClr val="tx1">
                    <a:tint val="75000"/>
                  </a:schemeClr>
                </a:solidFill>
              </a:defRPr>
            </a:lvl1pPr>
            <a:lvl2pPr marL="1920011" indent="0">
              <a:buNone/>
              <a:defRPr sz="8399">
                <a:solidFill>
                  <a:schemeClr val="tx1">
                    <a:tint val="75000"/>
                  </a:schemeClr>
                </a:solidFill>
              </a:defRPr>
            </a:lvl2pPr>
            <a:lvl3pPr marL="3840023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3pPr>
            <a:lvl4pPr marL="5760034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4pPr>
            <a:lvl5pPr marL="7680046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5pPr>
            <a:lvl6pPr marL="9600057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6pPr>
            <a:lvl7pPr marL="11520068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7pPr>
            <a:lvl8pPr marL="13440080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8pPr>
            <a:lvl9pPr marL="15360091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730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004" y="7666782"/>
            <a:ext cx="21760021" cy="1827360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0025" y="7666782"/>
            <a:ext cx="21760021" cy="1827360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6700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6673" y="1533360"/>
            <a:ext cx="44160043" cy="556675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6675" y="7060108"/>
            <a:ext cx="21660018" cy="3460049"/>
          </a:xfrm>
        </p:spPr>
        <p:txBody>
          <a:bodyPr anchor="b"/>
          <a:lstStyle>
            <a:lvl1pPr marL="0" indent="0">
              <a:buNone/>
              <a:defRPr sz="10079" b="1"/>
            </a:lvl1pPr>
            <a:lvl2pPr marL="1920011" indent="0">
              <a:buNone/>
              <a:defRPr sz="8399" b="1"/>
            </a:lvl2pPr>
            <a:lvl3pPr marL="3840023" indent="0">
              <a:buNone/>
              <a:defRPr sz="7559" b="1"/>
            </a:lvl3pPr>
            <a:lvl4pPr marL="5760034" indent="0">
              <a:buNone/>
              <a:defRPr sz="6719" b="1"/>
            </a:lvl4pPr>
            <a:lvl5pPr marL="7680046" indent="0">
              <a:buNone/>
              <a:defRPr sz="6719" b="1"/>
            </a:lvl5pPr>
            <a:lvl6pPr marL="9600057" indent="0">
              <a:buNone/>
              <a:defRPr sz="6719" b="1"/>
            </a:lvl6pPr>
            <a:lvl7pPr marL="11520068" indent="0">
              <a:buNone/>
              <a:defRPr sz="6719" b="1"/>
            </a:lvl7pPr>
            <a:lvl8pPr marL="13440080" indent="0">
              <a:buNone/>
              <a:defRPr sz="6719" b="1"/>
            </a:lvl8pPr>
            <a:lvl9pPr marL="15360091" indent="0">
              <a:buNone/>
              <a:defRPr sz="6719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6675" y="10520155"/>
            <a:ext cx="21660018" cy="1547356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0025" y="7060108"/>
            <a:ext cx="21766690" cy="3460049"/>
          </a:xfrm>
        </p:spPr>
        <p:txBody>
          <a:bodyPr anchor="b"/>
          <a:lstStyle>
            <a:lvl1pPr marL="0" indent="0">
              <a:buNone/>
              <a:defRPr sz="10079" b="1"/>
            </a:lvl1pPr>
            <a:lvl2pPr marL="1920011" indent="0">
              <a:buNone/>
              <a:defRPr sz="8399" b="1"/>
            </a:lvl2pPr>
            <a:lvl3pPr marL="3840023" indent="0">
              <a:buNone/>
              <a:defRPr sz="7559" b="1"/>
            </a:lvl3pPr>
            <a:lvl4pPr marL="5760034" indent="0">
              <a:buNone/>
              <a:defRPr sz="6719" b="1"/>
            </a:lvl4pPr>
            <a:lvl5pPr marL="7680046" indent="0">
              <a:buNone/>
              <a:defRPr sz="6719" b="1"/>
            </a:lvl5pPr>
            <a:lvl6pPr marL="9600057" indent="0">
              <a:buNone/>
              <a:defRPr sz="6719" b="1"/>
            </a:lvl6pPr>
            <a:lvl7pPr marL="11520068" indent="0">
              <a:buNone/>
              <a:defRPr sz="6719" b="1"/>
            </a:lvl7pPr>
            <a:lvl8pPr marL="13440080" indent="0">
              <a:buNone/>
              <a:defRPr sz="6719" b="1"/>
            </a:lvl8pPr>
            <a:lvl9pPr marL="15360091" indent="0">
              <a:buNone/>
              <a:defRPr sz="6719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0025" y="10520155"/>
            <a:ext cx="21766690" cy="1547356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1689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3110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6214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6675" y="1920030"/>
            <a:ext cx="16513346" cy="6720099"/>
          </a:xfrm>
        </p:spPr>
        <p:txBody>
          <a:bodyPr anchor="b"/>
          <a:lstStyle>
            <a:lvl1pPr>
              <a:defRPr sz="1343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6691" y="4146732"/>
            <a:ext cx="25920025" cy="20466969"/>
          </a:xfrm>
        </p:spPr>
        <p:txBody>
          <a:bodyPr/>
          <a:lstStyle>
            <a:lvl1pPr>
              <a:defRPr sz="13438"/>
            </a:lvl1pPr>
            <a:lvl2pPr>
              <a:defRPr sz="11759"/>
            </a:lvl2pPr>
            <a:lvl3pPr>
              <a:defRPr sz="10079"/>
            </a:lvl3pPr>
            <a:lvl4pPr>
              <a:defRPr sz="8399"/>
            </a:lvl4pPr>
            <a:lvl5pPr>
              <a:defRPr sz="8399"/>
            </a:lvl5pPr>
            <a:lvl6pPr>
              <a:defRPr sz="8399"/>
            </a:lvl6pPr>
            <a:lvl7pPr>
              <a:defRPr sz="8399"/>
            </a:lvl7pPr>
            <a:lvl8pPr>
              <a:defRPr sz="8399"/>
            </a:lvl8pPr>
            <a:lvl9pPr>
              <a:defRPr sz="8399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6675" y="8640129"/>
            <a:ext cx="16513346" cy="16006905"/>
          </a:xfrm>
        </p:spPr>
        <p:txBody>
          <a:bodyPr/>
          <a:lstStyle>
            <a:lvl1pPr marL="0" indent="0">
              <a:buNone/>
              <a:defRPr sz="6719"/>
            </a:lvl1pPr>
            <a:lvl2pPr marL="1920011" indent="0">
              <a:buNone/>
              <a:defRPr sz="5879"/>
            </a:lvl2pPr>
            <a:lvl3pPr marL="3840023" indent="0">
              <a:buNone/>
              <a:defRPr sz="5039"/>
            </a:lvl3pPr>
            <a:lvl4pPr marL="5760034" indent="0">
              <a:buNone/>
              <a:defRPr sz="4200"/>
            </a:lvl4pPr>
            <a:lvl5pPr marL="7680046" indent="0">
              <a:buNone/>
              <a:defRPr sz="4200"/>
            </a:lvl5pPr>
            <a:lvl6pPr marL="9600057" indent="0">
              <a:buNone/>
              <a:defRPr sz="4200"/>
            </a:lvl6pPr>
            <a:lvl7pPr marL="11520068" indent="0">
              <a:buNone/>
              <a:defRPr sz="4200"/>
            </a:lvl7pPr>
            <a:lvl8pPr marL="13440080" indent="0">
              <a:buNone/>
              <a:defRPr sz="4200"/>
            </a:lvl8pPr>
            <a:lvl9pPr marL="15360091" indent="0">
              <a:buNone/>
              <a:defRPr sz="42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0365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6675" y="1920030"/>
            <a:ext cx="16513346" cy="6720099"/>
          </a:xfrm>
        </p:spPr>
        <p:txBody>
          <a:bodyPr anchor="b"/>
          <a:lstStyle>
            <a:lvl1pPr>
              <a:defRPr sz="1343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6691" y="4146732"/>
            <a:ext cx="25920025" cy="20466969"/>
          </a:xfrm>
        </p:spPr>
        <p:txBody>
          <a:bodyPr anchor="t"/>
          <a:lstStyle>
            <a:lvl1pPr marL="0" indent="0">
              <a:buNone/>
              <a:defRPr sz="13438"/>
            </a:lvl1pPr>
            <a:lvl2pPr marL="1920011" indent="0">
              <a:buNone/>
              <a:defRPr sz="11759"/>
            </a:lvl2pPr>
            <a:lvl3pPr marL="3840023" indent="0">
              <a:buNone/>
              <a:defRPr sz="10079"/>
            </a:lvl3pPr>
            <a:lvl4pPr marL="5760034" indent="0">
              <a:buNone/>
              <a:defRPr sz="8399"/>
            </a:lvl4pPr>
            <a:lvl5pPr marL="7680046" indent="0">
              <a:buNone/>
              <a:defRPr sz="8399"/>
            </a:lvl5pPr>
            <a:lvl6pPr marL="9600057" indent="0">
              <a:buNone/>
              <a:defRPr sz="8399"/>
            </a:lvl6pPr>
            <a:lvl7pPr marL="11520068" indent="0">
              <a:buNone/>
              <a:defRPr sz="8399"/>
            </a:lvl7pPr>
            <a:lvl8pPr marL="13440080" indent="0">
              <a:buNone/>
              <a:defRPr sz="8399"/>
            </a:lvl8pPr>
            <a:lvl9pPr marL="15360091" indent="0">
              <a:buNone/>
              <a:defRPr sz="8399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6675" y="8640129"/>
            <a:ext cx="16513346" cy="16006905"/>
          </a:xfrm>
        </p:spPr>
        <p:txBody>
          <a:bodyPr/>
          <a:lstStyle>
            <a:lvl1pPr marL="0" indent="0">
              <a:buNone/>
              <a:defRPr sz="6719"/>
            </a:lvl1pPr>
            <a:lvl2pPr marL="1920011" indent="0">
              <a:buNone/>
              <a:defRPr sz="5879"/>
            </a:lvl2pPr>
            <a:lvl3pPr marL="3840023" indent="0">
              <a:buNone/>
              <a:defRPr sz="5039"/>
            </a:lvl3pPr>
            <a:lvl4pPr marL="5760034" indent="0">
              <a:buNone/>
              <a:defRPr sz="4200"/>
            </a:lvl4pPr>
            <a:lvl5pPr marL="7680046" indent="0">
              <a:buNone/>
              <a:defRPr sz="4200"/>
            </a:lvl5pPr>
            <a:lvl6pPr marL="9600057" indent="0">
              <a:buNone/>
              <a:defRPr sz="4200"/>
            </a:lvl6pPr>
            <a:lvl7pPr marL="11520068" indent="0">
              <a:buNone/>
              <a:defRPr sz="4200"/>
            </a:lvl7pPr>
            <a:lvl8pPr marL="13440080" indent="0">
              <a:buNone/>
              <a:defRPr sz="4200"/>
            </a:lvl8pPr>
            <a:lvl9pPr marL="15360091" indent="0">
              <a:buNone/>
              <a:defRPr sz="42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2128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4766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0037" y="1533358"/>
            <a:ext cx="11040011" cy="2440702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002" y="1533358"/>
            <a:ext cx="32480032" cy="2440702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91772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005" y="1533360"/>
            <a:ext cx="44160043" cy="55667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005" y="7666782"/>
            <a:ext cx="44160043" cy="182736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005" y="26693729"/>
            <a:ext cx="11520011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62B505-841C-4C89-B392-8F545B9B6E7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0018" y="26693729"/>
            <a:ext cx="17280017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0035" y="26693729"/>
            <a:ext cx="11520011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E1FCA55-1A9B-DBF8-2845-15C380F008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23060025" y="27893745"/>
            <a:ext cx="5200005" cy="205121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1333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 content is Internal.</a:t>
            </a:r>
          </a:p>
        </p:txBody>
      </p:sp>
    </p:spTree>
    <p:extLst>
      <p:ext uri="{BB962C8B-B14F-4D97-AF65-F5344CB8AC3E}">
        <p14:creationId xmlns:p14="http://schemas.microsoft.com/office/powerpoint/2010/main" val="3107819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840023" rtl="0" eaLnBrk="1" latinLnBrk="0" hangingPunct="1">
        <a:lnSpc>
          <a:spcPct val="90000"/>
        </a:lnSpc>
        <a:spcBef>
          <a:spcPct val="0"/>
        </a:spcBef>
        <a:buNone/>
        <a:defRPr sz="1847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60006" indent="-960006" algn="l" defTabSz="3840023" rtl="0" eaLnBrk="1" latinLnBrk="0" hangingPunct="1">
        <a:lnSpc>
          <a:spcPct val="90000"/>
        </a:lnSpc>
        <a:spcBef>
          <a:spcPts val="4200"/>
        </a:spcBef>
        <a:buFont typeface="Arial" panose="020B0604020202020204" pitchFamily="34" charset="0"/>
        <a:buChar char="•"/>
        <a:defRPr sz="11759" kern="1200">
          <a:solidFill>
            <a:schemeClr val="tx1"/>
          </a:solidFill>
          <a:latin typeface="+mn-lt"/>
          <a:ea typeface="+mn-ea"/>
          <a:cs typeface="+mn-cs"/>
        </a:defRPr>
      </a:lvl1pPr>
      <a:lvl2pPr marL="2880017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10079" kern="1200">
          <a:solidFill>
            <a:schemeClr val="tx1"/>
          </a:solidFill>
          <a:latin typeface="+mn-lt"/>
          <a:ea typeface="+mn-ea"/>
          <a:cs typeface="+mn-cs"/>
        </a:defRPr>
      </a:lvl2pPr>
      <a:lvl3pPr marL="4800029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8399" kern="1200">
          <a:solidFill>
            <a:schemeClr val="tx1"/>
          </a:solidFill>
          <a:latin typeface="+mn-lt"/>
          <a:ea typeface="+mn-ea"/>
          <a:cs typeface="+mn-cs"/>
        </a:defRPr>
      </a:lvl3pPr>
      <a:lvl4pPr marL="6720040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4pPr>
      <a:lvl5pPr marL="8640051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5pPr>
      <a:lvl6pPr marL="10560063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6pPr>
      <a:lvl7pPr marL="12480074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7pPr>
      <a:lvl8pPr marL="14400086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8pPr>
      <a:lvl9pPr marL="16320097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1pPr>
      <a:lvl2pPr marL="1920011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2pPr>
      <a:lvl3pPr marL="3840023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3pPr>
      <a:lvl4pPr marL="5760034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4pPr>
      <a:lvl5pPr marL="7680046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5pPr>
      <a:lvl6pPr marL="9600057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6pPr>
      <a:lvl7pPr marL="11520068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7pPr>
      <a:lvl8pPr marL="13440080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8pPr>
      <a:lvl9pPr marL="15360091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246A0-EAFD-0FCF-DA0C-4E454B9E8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922BA49C-667F-8E00-5976-8B268C571423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A08E81FD-7CE1-E154-0EFF-8D6898AA469F}"/>
              </a:ext>
            </a:extLst>
          </p:cNvPr>
          <p:cNvSpPr/>
          <p:nvPr/>
        </p:nvSpPr>
        <p:spPr>
          <a:xfrm>
            <a:off x="17587321" y="9925420"/>
            <a:ext cx="995739" cy="877090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pic>
        <p:nvPicPr>
          <p:cNvPr id="54" name="Imagem 53">
            <a:extLst>
              <a:ext uri="{FF2B5EF4-FFF2-40B4-BE49-F238E27FC236}">
                <a16:creationId xmlns:a16="http://schemas.microsoft.com/office/drawing/2014/main" id="{0764FC4C-5E15-4472-F9AC-A1F5515DC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75827" y="10067041"/>
            <a:ext cx="795715" cy="722269"/>
          </a:xfrm>
          <a:prstGeom prst="rect">
            <a:avLst/>
          </a:prstGeom>
        </p:spPr>
      </p:pic>
      <p:pic>
        <p:nvPicPr>
          <p:cNvPr id="12" name="Imagem 11" descr="Forma, Retângulo&#10;&#10;O conteúdo gerado por IA pode estar incorreto.">
            <a:extLst>
              <a:ext uri="{FF2B5EF4-FFF2-40B4-BE49-F238E27FC236}">
                <a16:creationId xmlns:a16="http://schemas.microsoft.com/office/drawing/2014/main" id="{FFE3B2E6-E44A-7BE6-4582-9ABBD9F222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0540940"/>
            <a:ext cx="532660" cy="532660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grpSp>
        <p:nvGrpSpPr>
          <p:cNvPr id="23" name="Agrupar 22">
            <a:extLst>
              <a:ext uri="{FF2B5EF4-FFF2-40B4-BE49-F238E27FC236}">
                <a16:creationId xmlns:a16="http://schemas.microsoft.com/office/drawing/2014/main" id="{AD403E0B-68F1-F803-AC88-2AAF493F629C}"/>
              </a:ext>
            </a:extLst>
          </p:cNvPr>
          <p:cNvGrpSpPr/>
          <p:nvPr/>
        </p:nvGrpSpPr>
        <p:grpSpPr>
          <a:xfrm>
            <a:off x="18878189" y="9925420"/>
            <a:ext cx="13738802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2936A74F-0D12-A8CE-C74C-1E100545AE20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B1B62EE3-B2AF-43A4-5D8B-C45F21C8A90F}"/>
                </a:ext>
              </a:extLst>
            </p:cNvPr>
            <p:cNvSpPr txBox="1"/>
            <p:nvPr/>
          </p:nvSpPr>
          <p:spPr>
            <a:xfrm>
              <a:off x="18891466" y="10005809"/>
              <a:ext cx="8656648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Visão Executiva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80B56D43-60F4-C746-C7FB-FC9064EF93EA}"/>
                </a:ext>
              </a:extLst>
            </p:cNvPr>
            <p:cNvSpPr txBox="1"/>
            <p:nvPr/>
          </p:nvSpPr>
          <p:spPr>
            <a:xfrm>
              <a:off x="18891466" y="10581735"/>
              <a:ext cx="8656648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4B5F0A38-708B-F989-8890-E386D254753D}"/>
              </a:ext>
            </a:extLst>
          </p:cNvPr>
          <p:cNvSpPr/>
          <p:nvPr/>
        </p:nvSpPr>
        <p:spPr>
          <a:xfrm>
            <a:off x="1887819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AFBA749-4C37-CC0F-71AA-C937F45EC362}"/>
              </a:ext>
            </a:extLst>
          </p:cNvPr>
          <p:cNvSpPr/>
          <p:nvPr/>
        </p:nvSpPr>
        <p:spPr>
          <a:xfrm>
            <a:off x="2630473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62A9A4D0-9EF8-8CEC-2BA8-796EC9B169DB}"/>
              </a:ext>
            </a:extLst>
          </p:cNvPr>
          <p:cNvSpPr/>
          <p:nvPr/>
        </p:nvSpPr>
        <p:spPr>
          <a:xfrm>
            <a:off x="1887819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58B60AF1-BD29-2168-A508-488D2E6C3B1A}"/>
              </a:ext>
            </a:extLst>
          </p:cNvPr>
          <p:cNvSpPr/>
          <p:nvPr/>
        </p:nvSpPr>
        <p:spPr>
          <a:xfrm>
            <a:off x="2630473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5711181D-BB96-850C-870A-07D56216DE55}"/>
              </a:ext>
            </a:extLst>
          </p:cNvPr>
          <p:cNvSpPr/>
          <p:nvPr/>
        </p:nvSpPr>
        <p:spPr>
          <a:xfrm>
            <a:off x="2187782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3" name="Retângulo: Cantos Arredondados 62">
            <a:extLst>
              <a:ext uri="{FF2B5EF4-FFF2-40B4-BE49-F238E27FC236}">
                <a16:creationId xmlns:a16="http://schemas.microsoft.com/office/drawing/2014/main" id="{67EB91CB-9834-2AC8-62DE-70F42D1E7819}"/>
              </a:ext>
            </a:extLst>
          </p:cNvPr>
          <p:cNvSpPr/>
          <p:nvPr/>
        </p:nvSpPr>
        <p:spPr>
          <a:xfrm>
            <a:off x="2487746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EF74F2E8-1E78-8CB3-9C6F-83477FEDFC88}"/>
              </a:ext>
            </a:extLst>
          </p:cNvPr>
          <p:cNvSpPr/>
          <p:nvPr/>
        </p:nvSpPr>
        <p:spPr>
          <a:xfrm>
            <a:off x="2787709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195E2982-3C2A-2F2C-3F2F-F1D097F7AF4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DD8CAACE-E30A-53E2-0231-A76E6FB89EC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9323B7DA-0FA0-E156-2B6B-3D87F836D90E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83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EC54A-321F-6C7E-9988-55E49CC97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329814DD-975D-EDE3-7A16-2EF48A318BD2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FD59DFDA-B0C6-B13A-7594-6DB2E1D505FA}"/>
              </a:ext>
            </a:extLst>
          </p:cNvPr>
          <p:cNvSpPr/>
          <p:nvPr/>
        </p:nvSpPr>
        <p:spPr>
          <a:xfrm>
            <a:off x="17587321" y="9925420"/>
            <a:ext cx="995739" cy="877090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pic>
        <p:nvPicPr>
          <p:cNvPr id="54" name="Imagem 53">
            <a:extLst>
              <a:ext uri="{FF2B5EF4-FFF2-40B4-BE49-F238E27FC236}">
                <a16:creationId xmlns:a16="http://schemas.microsoft.com/office/drawing/2014/main" id="{24E83163-D18F-E56F-F669-5A4723DE4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75827" y="10067041"/>
            <a:ext cx="795715" cy="722269"/>
          </a:xfrm>
          <a:prstGeom prst="rect">
            <a:avLst/>
          </a:prstGeom>
        </p:spPr>
      </p:pic>
      <p:pic>
        <p:nvPicPr>
          <p:cNvPr id="12" name="Imagem 11" descr="Forma, Retângulo&#10;&#10;O conteúdo gerado por IA pode estar incorreto.">
            <a:extLst>
              <a:ext uri="{FF2B5EF4-FFF2-40B4-BE49-F238E27FC236}">
                <a16:creationId xmlns:a16="http://schemas.microsoft.com/office/drawing/2014/main" id="{A609DB09-C8C3-9756-1E6F-B3FF4BF15D7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0540940"/>
            <a:ext cx="532660" cy="532660"/>
          </a:xfrm>
          <a:prstGeom prst="rect">
            <a:avLst/>
          </a:prstGeom>
        </p:spPr>
      </p:pic>
      <p:grpSp>
        <p:nvGrpSpPr>
          <p:cNvPr id="23" name="Agrupar 22">
            <a:extLst>
              <a:ext uri="{FF2B5EF4-FFF2-40B4-BE49-F238E27FC236}">
                <a16:creationId xmlns:a16="http://schemas.microsoft.com/office/drawing/2014/main" id="{0ECB4BF2-6B98-F92A-4A5F-1CAB65F2FB63}"/>
              </a:ext>
            </a:extLst>
          </p:cNvPr>
          <p:cNvGrpSpPr/>
          <p:nvPr/>
        </p:nvGrpSpPr>
        <p:grpSpPr>
          <a:xfrm>
            <a:off x="18878189" y="9925420"/>
            <a:ext cx="13738802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B983C720-35C6-6CA7-9956-F3C1097227BF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468BD63E-78EC-B1E7-EA8E-FA2A62300531}"/>
                </a:ext>
              </a:extLst>
            </p:cNvPr>
            <p:cNvSpPr txBox="1"/>
            <p:nvPr/>
          </p:nvSpPr>
          <p:spPr>
            <a:xfrm>
              <a:off x="18891466" y="10005809"/>
              <a:ext cx="8656648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Visão Executiva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E41C1DBA-F2A3-A81A-025D-DB0CB07A0C2C}"/>
                </a:ext>
              </a:extLst>
            </p:cNvPr>
            <p:cNvSpPr txBox="1"/>
            <p:nvPr/>
          </p:nvSpPr>
          <p:spPr>
            <a:xfrm>
              <a:off x="18891466" y="10581735"/>
              <a:ext cx="8656648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D47BA7C0-4604-0164-6353-C6A63304EA5D}"/>
              </a:ext>
            </a:extLst>
          </p:cNvPr>
          <p:cNvSpPr/>
          <p:nvPr/>
        </p:nvSpPr>
        <p:spPr>
          <a:xfrm>
            <a:off x="1887819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A8FBDF4F-5A37-7087-4390-6E3BFC938F7A}"/>
              </a:ext>
            </a:extLst>
          </p:cNvPr>
          <p:cNvSpPr/>
          <p:nvPr/>
        </p:nvSpPr>
        <p:spPr>
          <a:xfrm>
            <a:off x="2630473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E643718C-798E-68B6-7225-98DB47901B9C}"/>
              </a:ext>
            </a:extLst>
          </p:cNvPr>
          <p:cNvSpPr/>
          <p:nvPr/>
        </p:nvSpPr>
        <p:spPr>
          <a:xfrm>
            <a:off x="1887819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D5AB2F79-9BBC-92E1-23EE-1ED04E324B9E}"/>
              </a:ext>
            </a:extLst>
          </p:cNvPr>
          <p:cNvSpPr/>
          <p:nvPr/>
        </p:nvSpPr>
        <p:spPr>
          <a:xfrm>
            <a:off x="2630473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54CE131E-9AA6-5376-F90A-BA4B311AFBBF}"/>
              </a:ext>
            </a:extLst>
          </p:cNvPr>
          <p:cNvSpPr/>
          <p:nvPr/>
        </p:nvSpPr>
        <p:spPr>
          <a:xfrm>
            <a:off x="2187782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3" name="Retângulo: Cantos Arredondados 62">
            <a:extLst>
              <a:ext uri="{FF2B5EF4-FFF2-40B4-BE49-F238E27FC236}">
                <a16:creationId xmlns:a16="http://schemas.microsoft.com/office/drawing/2014/main" id="{44F082B5-0DA2-56FE-C6D7-56119385B762}"/>
              </a:ext>
            </a:extLst>
          </p:cNvPr>
          <p:cNvSpPr/>
          <p:nvPr/>
        </p:nvSpPr>
        <p:spPr>
          <a:xfrm>
            <a:off x="2487746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86FCBD4A-570D-099B-EDF6-19810CBAF97E}"/>
              </a:ext>
            </a:extLst>
          </p:cNvPr>
          <p:cNvSpPr/>
          <p:nvPr/>
        </p:nvSpPr>
        <p:spPr>
          <a:xfrm>
            <a:off x="2787709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83ABFDCB-63D0-18AA-5162-9C42B90F83F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89E6F8FC-7B3D-CA4C-9D48-5EF7231137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9B121555-8D51-DA4C-E218-3EE23B5F3592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183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82C59-4899-035E-3BA8-BF64DD6DA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2FC03085-CC76-C555-725A-A7677B79034E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C1E9C046-7A48-2D7B-0FB4-2D257A9168A5}"/>
              </a:ext>
            </a:extLst>
          </p:cNvPr>
          <p:cNvSpPr/>
          <p:nvPr/>
        </p:nvSpPr>
        <p:spPr>
          <a:xfrm>
            <a:off x="17587321" y="9925419"/>
            <a:ext cx="995739" cy="8914123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pic>
        <p:nvPicPr>
          <p:cNvPr id="12" name="Imagem 11" descr="Forma, Retângulo&#10;&#10;O conteúdo gerado por IA pode estar incorreto.">
            <a:extLst>
              <a:ext uri="{FF2B5EF4-FFF2-40B4-BE49-F238E27FC236}">
                <a16:creationId xmlns:a16="http://schemas.microsoft.com/office/drawing/2014/main" id="{C7C1CDF9-5A4C-ED62-3394-09E4A8450B1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0540940"/>
            <a:ext cx="532660" cy="532660"/>
          </a:xfrm>
          <a:prstGeom prst="rect">
            <a:avLst/>
          </a:prstGeom>
        </p:spPr>
      </p:pic>
      <p:grpSp>
        <p:nvGrpSpPr>
          <p:cNvPr id="23" name="Agrupar 22">
            <a:extLst>
              <a:ext uri="{FF2B5EF4-FFF2-40B4-BE49-F238E27FC236}">
                <a16:creationId xmlns:a16="http://schemas.microsoft.com/office/drawing/2014/main" id="{527A7EC9-6BFC-1153-5960-1965065C7893}"/>
              </a:ext>
            </a:extLst>
          </p:cNvPr>
          <p:cNvGrpSpPr/>
          <p:nvPr/>
        </p:nvGrpSpPr>
        <p:grpSpPr>
          <a:xfrm>
            <a:off x="18727384" y="9925416"/>
            <a:ext cx="14887700" cy="995739"/>
            <a:chOff x="18536024" y="9879342"/>
            <a:chExt cx="15529937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58838DD1-2828-F091-45F4-5109DF25FAE9}"/>
                </a:ext>
              </a:extLst>
            </p:cNvPr>
            <p:cNvSpPr/>
            <p:nvPr/>
          </p:nvSpPr>
          <p:spPr>
            <a:xfrm rot="16200000">
              <a:off x="25739752" y="2675614"/>
              <a:ext cx="1122481" cy="15529937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9EB0D3C0-D759-01D5-B3CC-2089B6DDD901}"/>
                </a:ext>
              </a:extLst>
            </p:cNvPr>
            <p:cNvSpPr txBox="1"/>
            <p:nvPr/>
          </p:nvSpPr>
          <p:spPr>
            <a:xfrm>
              <a:off x="18654381" y="10005809"/>
              <a:ext cx="15411579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Visão Executiva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EA614EE7-1412-0D02-7AA9-28392EC791F8}"/>
                </a:ext>
              </a:extLst>
            </p:cNvPr>
            <p:cNvSpPr txBox="1"/>
            <p:nvPr/>
          </p:nvSpPr>
          <p:spPr>
            <a:xfrm>
              <a:off x="18654382" y="10581735"/>
              <a:ext cx="15411578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4EDE8996-7474-5237-3AE3-4AFE4A009C1C}"/>
              </a:ext>
            </a:extLst>
          </p:cNvPr>
          <p:cNvSpPr/>
          <p:nvPr/>
        </p:nvSpPr>
        <p:spPr>
          <a:xfrm>
            <a:off x="26212799" y="13059518"/>
            <a:ext cx="7402285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9D97E0AA-D932-88B7-6E98-2D0B0903B99A}"/>
              </a:ext>
            </a:extLst>
          </p:cNvPr>
          <p:cNvSpPr/>
          <p:nvPr/>
        </p:nvSpPr>
        <p:spPr>
          <a:xfrm>
            <a:off x="26212799" y="16013612"/>
            <a:ext cx="7402285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84AACBCE-3322-3714-A575-981A63B60324}"/>
              </a:ext>
            </a:extLst>
          </p:cNvPr>
          <p:cNvSpPr/>
          <p:nvPr/>
        </p:nvSpPr>
        <p:spPr>
          <a:xfrm>
            <a:off x="18698354" y="11197482"/>
            <a:ext cx="2412000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6B5E8C78-C216-0050-DACE-C27C91387C7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D90C122E-59CA-D5E6-6697-54FD9B994D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B7BF406F-55AC-81A3-BFE8-A0E9FB5DFAD3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</p:spPr>
      </p:pic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5D2B3A6C-44D0-EA54-CBF4-6831FCE616D1}"/>
              </a:ext>
            </a:extLst>
          </p:cNvPr>
          <p:cNvSpPr/>
          <p:nvPr/>
        </p:nvSpPr>
        <p:spPr>
          <a:xfrm>
            <a:off x="18727382" y="13059518"/>
            <a:ext cx="7402285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0471DAFA-C88A-F0F5-E223-A6E50CABF98C}"/>
              </a:ext>
            </a:extLst>
          </p:cNvPr>
          <p:cNvSpPr/>
          <p:nvPr/>
        </p:nvSpPr>
        <p:spPr>
          <a:xfrm>
            <a:off x="18727382" y="16013612"/>
            <a:ext cx="7402285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878F658F-84DB-2699-6E2A-78996F499B25}"/>
              </a:ext>
            </a:extLst>
          </p:cNvPr>
          <p:cNvSpPr/>
          <p:nvPr/>
        </p:nvSpPr>
        <p:spPr>
          <a:xfrm>
            <a:off x="21208010" y="11197482"/>
            <a:ext cx="2412000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78EBAAB-1E9A-7ED4-0D10-D99D1CA75283}"/>
              </a:ext>
            </a:extLst>
          </p:cNvPr>
          <p:cNvSpPr/>
          <p:nvPr/>
        </p:nvSpPr>
        <p:spPr>
          <a:xfrm>
            <a:off x="23717667" y="11180770"/>
            <a:ext cx="2412000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4917068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B0485-3D6B-2ED3-D3F4-BE54E8F7A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E9B318DD-B43A-983E-ECA6-3349BB22ADAA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CC14EFB0-304F-BA69-3575-C46BCB39B2B8}"/>
              </a:ext>
            </a:extLst>
          </p:cNvPr>
          <p:cNvSpPr/>
          <p:nvPr/>
        </p:nvSpPr>
        <p:spPr>
          <a:xfrm>
            <a:off x="17587321" y="9925420"/>
            <a:ext cx="995739" cy="877090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pic>
        <p:nvPicPr>
          <p:cNvPr id="54" name="Imagem 53">
            <a:extLst>
              <a:ext uri="{FF2B5EF4-FFF2-40B4-BE49-F238E27FC236}">
                <a16:creationId xmlns:a16="http://schemas.microsoft.com/office/drawing/2014/main" id="{F6372A70-261E-B37E-D6E1-02B23E7989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75827" y="10067041"/>
            <a:ext cx="795715" cy="722269"/>
          </a:xfrm>
          <a:prstGeom prst="rect">
            <a:avLst/>
          </a:prstGeom>
        </p:spPr>
      </p:pic>
      <p:pic>
        <p:nvPicPr>
          <p:cNvPr id="12" name="Imagem 11" descr="Forma, Retângulo&#10;&#10;O conteúdo gerado por IA pode estar incorreto.">
            <a:extLst>
              <a:ext uri="{FF2B5EF4-FFF2-40B4-BE49-F238E27FC236}">
                <a16:creationId xmlns:a16="http://schemas.microsoft.com/office/drawing/2014/main" id="{0D1240FF-5C1A-11B8-7FBE-2D26C3E8C412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0540940"/>
            <a:ext cx="532660" cy="532660"/>
          </a:xfrm>
          <a:prstGeom prst="rect">
            <a:avLst/>
          </a:prstGeom>
        </p:spPr>
      </p:pic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40240FA1-B7A7-E813-8C22-69D7182DF3AA}"/>
              </a:ext>
            </a:extLst>
          </p:cNvPr>
          <p:cNvSpPr/>
          <p:nvPr/>
        </p:nvSpPr>
        <p:spPr>
          <a:xfrm>
            <a:off x="1887819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A09D3632-15B3-345C-C36B-CF62E5D2A468}"/>
              </a:ext>
            </a:extLst>
          </p:cNvPr>
          <p:cNvGrpSpPr/>
          <p:nvPr/>
        </p:nvGrpSpPr>
        <p:grpSpPr>
          <a:xfrm>
            <a:off x="18878189" y="9925420"/>
            <a:ext cx="13738802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DFA05216-39A3-EB78-4E66-F60F25625D04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C07AB125-B69F-7FDD-2E77-CAA470AC80BC}"/>
                </a:ext>
              </a:extLst>
            </p:cNvPr>
            <p:cNvSpPr txBox="1"/>
            <p:nvPr/>
          </p:nvSpPr>
          <p:spPr>
            <a:xfrm>
              <a:off x="18891466" y="10005809"/>
              <a:ext cx="8656648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Visão Executiva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96F821C8-303F-6BF1-C75A-683B207F1CB5}"/>
                </a:ext>
              </a:extLst>
            </p:cNvPr>
            <p:cNvSpPr txBox="1"/>
            <p:nvPr/>
          </p:nvSpPr>
          <p:spPr>
            <a:xfrm>
              <a:off x="18891466" y="10581735"/>
              <a:ext cx="8656648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090ED756-B37B-1D10-EE0D-6EA816A0EDCC}"/>
              </a:ext>
            </a:extLst>
          </p:cNvPr>
          <p:cNvSpPr/>
          <p:nvPr/>
        </p:nvSpPr>
        <p:spPr>
          <a:xfrm>
            <a:off x="1887819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B5E4D67C-FFB6-A3C7-BE94-8F31790C061F}"/>
              </a:ext>
            </a:extLst>
          </p:cNvPr>
          <p:cNvSpPr/>
          <p:nvPr/>
        </p:nvSpPr>
        <p:spPr>
          <a:xfrm>
            <a:off x="2630473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6BC3BC77-4ECC-E3F1-40F0-6AFA809963D3}"/>
              </a:ext>
            </a:extLst>
          </p:cNvPr>
          <p:cNvSpPr/>
          <p:nvPr/>
        </p:nvSpPr>
        <p:spPr>
          <a:xfrm>
            <a:off x="1887819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BF912804-9512-CDB0-9E33-62F448A97F4C}"/>
              </a:ext>
            </a:extLst>
          </p:cNvPr>
          <p:cNvSpPr/>
          <p:nvPr/>
        </p:nvSpPr>
        <p:spPr>
          <a:xfrm>
            <a:off x="2630473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FE025F01-E482-1108-7E4F-FCFED138FBF3}"/>
              </a:ext>
            </a:extLst>
          </p:cNvPr>
          <p:cNvSpPr/>
          <p:nvPr/>
        </p:nvSpPr>
        <p:spPr>
          <a:xfrm>
            <a:off x="2187782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3" name="Retângulo: Cantos Arredondados 62">
            <a:extLst>
              <a:ext uri="{FF2B5EF4-FFF2-40B4-BE49-F238E27FC236}">
                <a16:creationId xmlns:a16="http://schemas.microsoft.com/office/drawing/2014/main" id="{A0F78AA2-BA44-923D-3D67-BA7205AAE834}"/>
              </a:ext>
            </a:extLst>
          </p:cNvPr>
          <p:cNvSpPr/>
          <p:nvPr/>
        </p:nvSpPr>
        <p:spPr>
          <a:xfrm>
            <a:off x="2487746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F89FB353-190C-E309-51E7-8535E89FDCCD}"/>
              </a:ext>
            </a:extLst>
          </p:cNvPr>
          <p:cNvSpPr/>
          <p:nvPr/>
        </p:nvSpPr>
        <p:spPr>
          <a:xfrm>
            <a:off x="2787709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5" name="Retângulo: Cantos Arredondados 64">
            <a:extLst>
              <a:ext uri="{FF2B5EF4-FFF2-40B4-BE49-F238E27FC236}">
                <a16:creationId xmlns:a16="http://schemas.microsoft.com/office/drawing/2014/main" id="{2B3BBCC7-28DE-87C2-4900-0F0CD6E88ECD}"/>
              </a:ext>
            </a:extLst>
          </p:cNvPr>
          <p:cNvSpPr/>
          <p:nvPr/>
        </p:nvSpPr>
        <p:spPr>
          <a:xfrm>
            <a:off x="3087673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EA92C84B-C622-1325-8624-A6C2D91BF80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EE6D1A81-3769-4146-1B1B-FC8E1E95A2C1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EDB62D85-6660-BD25-1B38-EECEA3372EE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2" name="Imagem 1" descr="Logotipo, nome da empresa&#10;&#10;O conteúdo gerado por IA pode estar incorreto.">
            <a:extLst>
              <a:ext uri="{FF2B5EF4-FFF2-40B4-BE49-F238E27FC236}">
                <a16:creationId xmlns:a16="http://schemas.microsoft.com/office/drawing/2014/main" id="{78A92BC1-A066-B0C1-F401-166D750B9C5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70283" y="17827977"/>
            <a:ext cx="887870" cy="810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7948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95A8F-3405-B2A0-91B7-537060444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99C50A0E-B617-1F9C-735A-86D9338F0214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F7364536-69F8-472B-8ABB-DF1FFF37077A}"/>
              </a:ext>
            </a:extLst>
          </p:cNvPr>
          <p:cNvSpPr/>
          <p:nvPr/>
        </p:nvSpPr>
        <p:spPr>
          <a:xfrm>
            <a:off x="17587321" y="9925420"/>
            <a:ext cx="995739" cy="877090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pic>
        <p:nvPicPr>
          <p:cNvPr id="54" name="Imagem 53">
            <a:extLst>
              <a:ext uri="{FF2B5EF4-FFF2-40B4-BE49-F238E27FC236}">
                <a16:creationId xmlns:a16="http://schemas.microsoft.com/office/drawing/2014/main" id="{E2EE7A4E-12E2-1D2F-3A27-287F0962E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75827" y="10067041"/>
            <a:ext cx="795715" cy="722269"/>
          </a:xfrm>
          <a:prstGeom prst="rect">
            <a:avLst/>
          </a:prstGeom>
        </p:spPr>
      </p:pic>
      <p:pic>
        <p:nvPicPr>
          <p:cNvPr id="12" name="Imagem 11" descr="Forma, Retângulo&#10;&#10;O conteúdo gerado por IA pode estar incorreto.">
            <a:extLst>
              <a:ext uri="{FF2B5EF4-FFF2-40B4-BE49-F238E27FC236}">
                <a16:creationId xmlns:a16="http://schemas.microsoft.com/office/drawing/2014/main" id="{F942500E-E0DC-CBFC-ECD1-796BB8C554A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0540940"/>
            <a:ext cx="532660" cy="532660"/>
          </a:xfrm>
          <a:prstGeom prst="rect">
            <a:avLst/>
          </a:prstGeom>
        </p:spPr>
      </p:pic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BB8EEC01-F56D-BD6E-D1C8-95AC8421FD50}"/>
              </a:ext>
            </a:extLst>
          </p:cNvPr>
          <p:cNvSpPr/>
          <p:nvPr/>
        </p:nvSpPr>
        <p:spPr>
          <a:xfrm>
            <a:off x="1887819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6F9BB396-1F73-5817-1343-56AE1E528872}"/>
              </a:ext>
            </a:extLst>
          </p:cNvPr>
          <p:cNvGrpSpPr/>
          <p:nvPr/>
        </p:nvGrpSpPr>
        <p:grpSpPr>
          <a:xfrm>
            <a:off x="18878189" y="9925420"/>
            <a:ext cx="13738802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847CAEF6-396F-8F90-D63C-875508C2A1B2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68FA7945-31D3-D467-6447-5BE07F841CE4}"/>
                </a:ext>
              </a:extLst>
            </p:cNvPr>
            <p:cNvSpPr txBox="1"/>
            <p:nvPr/>
          </p:nvSpPr>
          <p:spPr>
            <a:xfrm>
              <a:off x="18891466" y="10005809"/>
              <a:ext cx="8656648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Visão Executiva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3E66C6C9-87F6-8AE1-1C0F-048296F2F733}"/>
                </a:ext>
              </a:extLst>
            </p:cNvPr>
            <p:cNvSpPr txBox="1"/>
            <p:nvPr/>
          </p:nvSpPr>
          <p:spPr>
            <a:xfrm>
              <a:off x="18891466" y="10581735"/>
              <a:ext cx="8656648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E5838BEA-E0EB-7787-597E-2C675A8DB608}"/>
              </a:ext>
            </a:extLst>
          </p:cNvPr>
          <p:cNvSpPr/>
          <p:nvPr/>
        </p:nvSpPr>
        <p:spPr>
          <a:xfrm>
            <a:off x="1887819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6AD8572B-CD36-8108-C1EA-3558F7311F51}"/>
              </a:ext>
            </a:extLst>
          </p:cNvPr>
          <p:cNvSpPr/>
          <p:nvPr/>
        </p:nvSpPr>
        <p:spPr>
          <a:xfrm>
            <a:off x="2630473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A789F56D-DDCD-403D-1A4F-E9257B3CAE31}"/>
              </a:ext>
            </a:extLst>
          </p:cNvPr>
          <p:cNvSpPr/>
          <p:nvPr/>
        </p:nvSpPr>
        <p:spPr>
          <a:xfrm>
            <a:off x="1887819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0B8FBA3C-800D-F3BD-1BCB-9F164020E81A}"/>
              </a:ext>
            </a:extLst>
          </p:cNvPr>
          <p:cNvSpPr/>
          <p:nvPr/>
        </p:nvSpPr>
        <p:spPr>
          <a:xfrm>
            <a:off x="2630473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92EE534B-1768-C767-5CD9-6867E5C7A05A}"/>
              </a:ext>
            </a:extLst>
          </p:cNvPr>
          <p:cNvSpPr/>
          <p:nvPr/>
        </p:nvSpPr>
        <p:spPr>
          <a:xfrm>
            <a:off x="2187782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3" name="Retângulo: Cantos Arredondados 62">
            <a:extLst>
              <a:ext uri="{FF2B5EF4-FFF2-40B4-BE49-F238E27FC236}">
                <a16:creationId xmlns:a16="http://schemas.microsoft.com/office/drawing/2014/main" id="{C55789CD-91BD-F5FB-E7D0-77759CF19549}"/>
              </a:ext>
            </a:extLst>
          </p:cNvPr>
          <p:cNvSpPr/>
          <p:nvPr/>
        </p:nvSpPr>
        <p:spPr>
          <a:xfrm>
            <a:off x="2487746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B238E2C3-1A97-DA55-6A7E-199F05B43E50}"/>
              </a:ext>
            </a:extLst>
          </p:cNvPr>
          <p:cNvSpPr/>
          <p:nvPr/>
        </p:nvSpPr>
        <p:spPr>
          <a:xfrm>
            <a:off x="2787709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5" name="Retângulo: Cantos Arredondados 64">
            <a:extLst>
              <a:ext uri="{FF2B5EF4-FFF2-40B4-BE49-F238E27FC236}">
                <a16:creationId xmlns:a16="http://schemas.microsoft.com/office/drawing/2014/main" id="{6454FC94-459F-ECD9-5C53-67793B80F8C9}"/>
              </a:ext>
            </a:extLst>
          </p:cNvPr>
          <p:cNvSpPr/>
          <p:nvPr/>
        </p:nvSpPr>
        <p:spPr>
          <a:xfrm>
            <a:off x="3087673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7DEE4D97-0F44-4C55-AE89-86D4A9167F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8F0798DC-38D8-B0BE-68B1-244D074A6081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3638BD60-FF5C-0753-32AC-7260F0311650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</p:spPr>
      </p:pic>
      <p:pic>
        <p:nvPicPr>
          <p:cNvPr id="2" name="Imagem 1" descr="Logotipo, nome da empresa&#10;&#10;O conteúdo gerado por IA pode estar incorreto.">
            <a:extLst>
              <a:ext uri="{FF2B5EF4-FFF2-40B4-BE49-F238E27FC236}">
                <a16:creationId xmlns:a16="http://schemas.microsoft.com/office/drawing/2014/main" id="{086E9FF9-C1A9-85C4-8873-BDFA413EEA8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70283" y="17827977"/>
            <a:ext cx="887870" cy="810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305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FA5C1A16-C3EC-4FF1-AF20-3819E1CE4E09}"/>
              </a:ext>
            </a:extLst>
          </p:cNvPr>
          <p:cNvSpPr/>
          <p:nvPr/>
        </p:nvSpPr>
        <p:spPr>
          <a:xfrm>
            <a:off x="19519331" y="9828224"/>
            <a:ext cx="12161407" cy="9143995"/>
          </a:xfrm>
          <a:prstGeom prst="roundRect">
            <a:avLst>
              <a:gd name="adj" fmla="val 3334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D9538CCE-9C58-4BAA-A9EC-E85351AE64C9}"/>
              </a:ext>
            </a:extLst>
          </p:cNvPr>
          <p:cNvSpPr/>
          <p:nvPr/>
        </p:nvSpPr>
        <p:spPr>
          <a:xfrm>
            <a:off x="19664360" y="11372552"/>
            <a:ext cx="3890130" cy="1882981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EB39688C-7D9A-42A5-A55A-4CDC367DD5E1}"/>
              </a:ext>
            </a:extLst>
          </p:cNvPr>
          <p:cNvSpPr/>
          <p:nvPr/>
        </p:nvSpPr>
        <p:spPr>
          <a:xfrm>
            <a:off x="23767240" y="11372552"/>
            <a:ext cx="3729323" cy="1882981"/>
          </a:xfrm>
          <a:prstGeom prst="roundRect">
            <a:avLst>
              <a:gd name="adj" fmla="val 10925"/>
            </a:avLst>
          </a:prstGeom>
          <a:gradFill flip="none" rotWithShape="1">
            <a:gsLst>
              <a:gs pos="0">
                <a:srgbClr val="E89B26">
                  <a:shade val="30000"/>
                  <a:satMod val="115000"/>
                </a:srgbClr>
              </a:gs>
              <a:gs pos="53000">
                <a:srgbClr val="E89B26">
                  <a:shade val="67500"/>
                  <a:satMod val="115000"/>
                </a:srgbClr>
              </a:gs>
              <a:gs pos="100000">
                <a:srgbClr val="E89B26">
                  <a:shade val="100000"/>
                  <a:satMod val="115000"/>
                </a:srgbClr>
              </a:gs>
            </a:gsLst>
            <a:lin ang="13500000" scaled="1"/>
            <a:tileRect/>
          </a:gradFill>
          <a:ln>
            <a:solidFill>
              <a:srgbClr val="E89B26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59893C61-F69E-A994-F68D-4B84E76E1697}"/>
              </a:ext>
            </a:extLst>
          </p:cNvPr>
          <p:cNvSpPr/>
          <p:nvPr/>
        </p:nvSpPr>
        <p:spPr>
          <a:xfrm>
            <a:off x="19664348" y="9982796"/>
            <a:ext cx="11871357" cy="1213647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FEDF1821-85FE-2F86-EB6A-03C7F1346D1C}"/>
              </a:ext>
            </a:extLst>
          </p:cNvPr>
          <p:cNvSpPr/>
          <p:nvPr/>
        </p:nvSpPr>
        <p:spPr>
          <a:xfrm>
            <a:off x="27645587" y="11372552"/>
            <a:ext cx="3890130" cy="1882981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</p:spTree>
    <p:extLst>
      <p:ext uri="{BB962C8B-B14F-4D97-AF65-F5344CB8AC3E}">
        <p14:creationId xmlns:p14="http://schemas.microsoft.com/office/powerpoint/2010/main" val="197866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elector Switch 2 Clip Art at Clker.com - vector clip art online, royalty  free &amp; public domain">
            <a:extLst>
              <a:ext uri="{FF2B5EF4-FFF2-40B4-BE49-F238E27FC236}">
                <a16:creationId xmlns:a16="http://schemas.microsoft.com/office/drawing/2014/main" id="{2A029274-DF9D-6111-6484-2B3E783AF9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rgbClr val="1D711D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95795" y="16151285"/>
            <a:ext cx="1741063" cy="1703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lector Switch 2 Clip Art at Clker.com - vector clip art online, royalty  free &amp; public domain">
            <a:extLst>
              <a:ext uri="{FF2B5EF4-FFF2-40B4-BE49-F238E27FC236}">
                <a16:creationId xmlns:a16="http://schemas.microsoft.com/office/drawing/2014/main" id="{793D47B7-D5C4-AD05-8E2F-F3BFD8F03C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0975265" y="12696883"/>
            <a:ext cx="1741063" cy="1703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Balão de Fala: Retângulo com Cantos Arredondados 4">
            <a:extLst>
              <a:ext uri="{FF2B5EF4-FFF2-40B4-BE49-F238E27FC236}">
                <a16:creationId xmlns:a16="http://schemas.microsoft.com/office/drawing/2014/main" id="{C188CDE8-5C49-1AC1-632D-D808F2D9A8EF}"/>
              </a:ext>
            </a:extLst>
          </p:cNvPr>
          <p:cNvSpPr/>
          <p:nvPr/>
        </p:nvSpPr>
        <p:spPr>
          <a:xfrm>
            <a:off x="23298294" y="12528030"/>
            <a:ext cx="3524881" cy="3135784"/>
          </a:xfrm>
          <a:prstGeom prst="wedgeRoundRectCallout">
            <a:avLst>
              <a:gd name="adj1" fmla="val 69878"/>
              <a:gd name="adj2" fmla="val -102181"/>
              <a:gd name="adj3" fmla="val 16667"/>
            </a:avLst>
          </a:prstGeom>
          <a:solidFill>
            <a:srgbClr val="04324C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133" dirty="0">
              <a:latin typeface="Din"/>
              <a:cs typeface="Segoe UI Semibold" panose="020B0702040204020203" pitchFamily="34" charset="0"/>
            </a:endParaRPr>
          </a:p>
          <a:p>
            <a:pPr algn="ctr"/>
            <a:r>
              <a:rPr lang="pt-BR" sz="2133" dirty="0">
                <a:latin typeface="Din"/>
                <a:cs typeface="Segoe UI Semibold" panose="020B0702040204020203" pitchFamily="34" charset="0"/>
              </a:rPr>
              <a:t>Use esse botão para trocar a tabela ao lado esquerdo, de um modelo Macro para um modelo Resumido (Processamento mais veloz)</a:t>
            </a:r>
          </a:p>
        </p:txBody>
      </p:sp>
      <p:pic>
        <p:nvPicPr>
          <p:cNvPr id="2" name="Picture 2" descr="Selector Switch 2 Clip Art at Clker.com - vector clip art online, royalty  free &amp; public domain">
            <a:extLst>
              <a:ext uri="{FF2B5EF4-FFF2-40B4-BE49-F238E27FC236}">
                <a16:creationId xmlns:a16="http://schemas.microsoft.com/office/drawing/2014/main" id="{79273EBC-B956-FD58-3558-8E82986EB3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43219" y="12696883"/>
            <a:ext cx="1741063" cy="1703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985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D0EA0-6488-B19F-F5ED-84A53089C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FE6209B0-B65B-FD67-4D0A-9F81B08F3583}"/>
              </a:ext>
            </a:extLst>
          </p:cNvPr>
          <p:cNvSpPr/>
          <p:nvPr/>
        </p:nvSpPr>
        <p:spPr>
          <a:xfrm>
            <a:off x="17530613" y="9828224"/>
            <a:ext cx="16255996" cy="9143995"/>
          </a:xfrm>
          <a:prstGeom prst="roundRect">
            <a:avLst>
              <a:gd name="adj" fmla="val 2717"/>
            </a:avLst>
          </a:prstGeom>
          <a:solidFill>
            <a:srgbClr val="0F0E15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E10777D8-8ACB-A2B0-028E-8DA3D1C4C07A}"/>
              </a:ext>
            </a:extLst>
          </p:cNvPr>
          <p:cNvSpPr/>
          <p:nvPr/>
        </p:nvSpPr>
        <p:spPr>
          <a:xfrm>
            <a:off x="17472027" y="9828224"/>
            <a:ext cx="16255996" cy="9143995"/>
          </a:xfrm>
          <a:prstGeom prst="roundRect">
            <a:avLst>
              <a:gd name="adj" fmla="val 2945"/>
            </a:avLst>
          </a:prstGeom>
          <a:solidFill>
            <a:srgbClr val="0322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1935B47-C44E-E55D-A063-6BCBD8A86081}"/>
              </a:ext>
            </a:extLst>
          </p:cNvPr>
          <p:cNvSpPr/>
          <p:nvPr/>
        </p:nvSpPr>
        <p:spPr>
          <a:xfrm>
            <a:off x="27983205" y="9828229"/>
            <a:ext cx="5744836" cy="3089429"/>
          </a:xfrm>
          <a:prstGeom prst="roundRect">
            <a:avLst>
              <a:gd name="adj" fmla="val 9341"/>
            </a:avLst>
          </a:prstGeom>
          <a:solidFill>
            <a:srgbClr val="021722"/>
          </a:solidFill>
          <a:ln>
            <a:solidFill>
              <a:srgbClr val="0318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pic>
        <p:nvPicPr>
          <p:cNvPr id="12" name="Imagem 11" descr="Ícone&#10;&#10;O conteúdo gerado por IA pode estar incorreto.">
            <a:extLst>
              <a:ext uri="{FF2B5EF4-FFF2-40B4-BE49-F238E27FC236}">
                <a16:creationId xmlns:a16="http://schemas.microsoft.com/office/drawing/2014/main" id="{DF134ABE-E74C-86F2-1777-7F11B8765F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00827" y="9917000"/>
            <a:ext cx="568624" cy="568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246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CB798-E250-5226-4674-2F3941D4E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9FD79C7C-3C4C-5047-0354-51053C4B79D7}"/>
              </a:ext>
            </a:extLst>
          </p:cNvPr>
          <p:cNvSpPr/>
          <p:nvPr/>
        </p:nvSpPr>
        <p:spPr>
          <a:xfrm>
            <a:off x="17530613" y="9828224"/>
            <a:ext cx="16255996" cy="9143995"/>
          </a:xfrm>
          <a:prstGeom prst="roundRect">
            <a:avLst>
              <a:gd name="adj" fmla="val 2717"/>
            </a:avLst>
          </a:prstGeom>
          <a:solidFill>
            <a:srgbClr val="0F0E15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0A7E96D7-0228-4527-5A5E-E75EA2B9464D}"/>
              </a:ext>
            </a:extLst>
          </p:cNvPr>
          <p:cNvSpPr/>
          <p:nvPr/>
        </p:nvSpPr>
        <p:spPr>
          <a:xfrm>
            <a:off x="27054629" y="10931315"/>
            <a:ext cx="2522326" cy="3887771"/>
          </a:xfrm>
          <a:prstGeom prst="roundRect">
            <a:avLst>
              <a:gd name="adj" fmla="val 9341"/>
            </a:avLst>
          </a:prstGeom>
          <a:solidFill>
            <a:srgbClr val="021722"/>
          </a:solidFill>
          <a:ln>
            <a:solidFill>
              <a:srgbClr val="0318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pic>
        <p:nvPicPr>
          <p:cNvPr id="12" name="Imagem 11" descr="Ícone&#10;&#10;O conteúdo gerado por IA pode estar incorreto.">
            <a:extLst>
              <a:ext uri="{FF2B5EF4-FFF2-40B4-BE49-F238E27FC236}">
                <a16:creationId xmlns:a16="http://schemas.microsoft.com/office/drawing/2014/main" id="{D04D8ACA-A377-6FA6-EC9C-B15A7B22CD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48141" y="11078143"/>
            <a:ext cx="568624" cy="568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4680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D8796E1EBEF0447B8A50267FB38BA07" ma:contentTypeVersion="21" ma:contentTypeDescription="Crie um novo documento." ma:contentTypeScope="" ma:versionID="51b69d7bf1e80634fb6243a48f7b967a">
  <xsd:schema xmlns:xsd="http://www.w3.org/2001/XMLSchema" xmlns:xs="http://www.w3.org/2001/XMLSchema" xmlns:p="http://schemas.microsoft.com/office/2006/metadata/properties" xmlns:ns1="http://schemas.microsoft.com/sharepoint/v3" xmlns:ns2="137de72a-d4ba-42bd-86fe-71b4bed90a39" xmlns:ns3="996f600e-0733-4526-a0fb-b18e680a05e7" targetNamespace="http://schemas.microsoft.com/office/2006/metadata/properties" ma:root="true" ma:fieldsID="ff2cafffd62144788c92268155a1b106" ns1:_="" ns2:_="" ns3:_="">
    <xsd:import namespace="http://schemas.microsoft.com/sharepoint/v3"/>
    <xsd:import namespace="137de72a-d4ba-42bd-86fe-71b4bed90a39"/>
    <xsd:import namespace="996f600e-0733-4526-a0fb-b18e680a05e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OCR" minOccurs="0"/>
                <xsd:element ref="ns3:MediaServiceEventHashCode" minOccurs="0"/>
                <xsd:element ref="ns3:MediaServiceGenerationTime" minOccurs="0"/>
                <xsd:element ref="ns3:MediaServiceLocation" minOccurs="0"/>
                <xsd:element ref="ns1:_ip_UnifiedCompliancePolicyProperties" minOccurs="0"/>
                <xsd:element ref="ns1:_ip_UnifiedCompliancePolicyUIAction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LengthInSecond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Propriedades da Política de Conformidade Unificada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Ação de Interface do Usuário da Política de Conformidade Unificada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7de72a-d4ba-42bd-86fe-71b4bed90a3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7" nillable="true" ma:displayName="Taxonomy Catch All Column" ma:hidden="true" ma:list="{7c29a83d-9d72-4be0-874c-6931bbb95da7}" ma:internalName="TaxCatchAll" ma:showField="CatchAllData" ma:web="137de72a-d4ba-42bd-86fe-71b4bed90a3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6f600e-0733-4526-a0fb-b18e680a05e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MediaServiceAutoTags" ma:description="" ma:internalName="MediaServiceAutoTags" ma:readOnly="true">
      <xsd:simpleType>
        <xsd:restriction base="dms:Text"/>
      </xsd:simpleType>
    </xsd:element>
    <xsd:element name="MediaServiceDateTaken" ma:index="13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22" nillable="true" ma:displayName="Status de liberação" ma:internalName="Status_x0020_de_x0020_libera_x00e7__x00e3_o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26" nillable="true" ma:taxonomy="true" ma:internalName="lcf76f155ced4ddcb4097134ff3c332f" ma:taxonomyFieldName="MediaServiceImageTags" ma:displayName="Marcações de imagem" ma:readOnly="false" ma:fieldId="{5cf76f15-5ced-4ddc-b409-7134ff3c332f}" ma:taxonomyMulti="true" ma:sspId="a0ac124d-5430-4444-b94a-4a207a2bbed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lcf76f155ced4ddcb4097134ff3c332f xmlns="996f600e-0733-4526-a0fb-b18e680a05e7">
      <Terms xmlns="http://schemas.microsoft.com/office/infopath/2007/PartnerControls"/>
    </lcf76f155ced4ddcb4097134ff3c332f>
    <TaxCatchAll xmlns="137de72a-d4ba-42bd-86fe-71b4bed90a39" xsi:nil="true"/>
    <_ip_UnifiedCompliancePolicyProperties xmlns="http://schemas.microsoft.com/sharepoint/v3" xsi:nil="true"/>
    <_Flow_SignoffStatus xmlns="996f600e-0733-4526-a0fb-b18e680a05e7" xsi:nil="true"/>
  </documentManagement>
</p:properties>
</file>

<file path=customXml/itemProps1.xml><?xml version="1.0" encoding="utf-8"?>
<ds:datastoreItem xmlns:ds="http://schemas.openxmlformats.org/officeDocument/2006/customXml" ds:itemID="{56FEFCE5-4A7D-48BD-A3A8-BA9D11A8CFE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137de72a-d4ba-42bd-86fe-71b4bed90a39"/>
    <ds:schemaRef ds:uri="996f600e-0733-4526-a0fb-b18e680a05e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AE51230-9E4E-4FDB-9D86-2789E42C678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CFDE38A-F306-4C4A-AFC1-208A8755E640}">
  <ds:schemaRefs>
    <ds:schemaRef ds:uri="http://purl.org/dc/elements/1.1/"/>
    <ds:schemaRef ds:uri="http://schemas.microsoft.com/sharepoint/v3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http://schemas.microsoft.com/office/2006/documentManagement/types"/>
    <ds:schemaRef ds:uri="996f600e-0733-4526-a0fb-b18e680a05e7"/>
    <ds:schemaRef ds:uri="http://schemas.microsoft.com/office/2006/metadata/properties"/>
    <ds:schemaRef ds:uri="137de72a-d4ba-42bd-86fe-71b4bed90a39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16520</TotalTime>
  <Words>74</Words>
  <Application>Microsoft Office PowerPoint</Application>
  <PresentationFormat>Personalizar</PresentationFormat>
  <Paragraphs>12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Din</vt:lpstr>
      <vt:lpstr>Segoe UI</vt:lpstr>
      <vt:lpstr>Tema do Office 2013 - 2022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Alon Pinheiro</dc:creator>
  <cp:lastModifiedBy>Renan Santos Ferreira</cp:lastModifiedBy>
  <cp:revision>67</cp:revision>
  <dcterms:created xsi:type="dcterms:W3CDTF">2021-01-25T21:40:29Z</dcterms:created>
  <dcterms:modified xsi:type="dcterms:W3CDTF">2026-04-18T02:12:44Z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ba52d44-af58-4f66-8659-3c1b8d659d72_Enabled">
    <vt:lpwstr>true</vt:lpwstr>
  </property>
  <property fmtid="{D5CDD505-2E9C-101B-9397-08002B2CF9AE}" pid="3" name="MSIP_Label_3ba52d44-af58-4f66-8659-3c1b8d659d72_SetDate">
    <vt:lpwstr>2025-04-21T17:37:46Z</vt:lpwstr>
  </property>
  <property fmtid="{D5CDD505-2E9C-101B-9397-08002B2CF9AE}" pid="4" name="MSIP_Label_3ba52d44-af58-4f66-8659-3c1b8d659d72_Method">
    <vt:lpwstr>Privileged</vt:lpwstr>
  </property>
  <property fmtid="{D5CDD505-2E9C-101B-9397-08002B2CF9AE}" pid="5" name="MSIP_Label_3ba52d44-af58-4f66-8659-3c1b8d659d72_Name">
    <vt:lpwstr>3ba52d44-af58-4f66-8659-3c1b8d659d72</vt:lpwstr>
  </property>
  <property fmtid="{D5CDD505-2E9C-101B-9397-08002B2CF9AE}" pid="6" name="MSIP_Label_3ba52d44-af58-4f66-8659-3c1b8d659d72_SiteId">
    <vt:lpwstr>461fd7ef-0eb3-4420-b044-310dc2914d64</vt:lpwstr>
  </property>
  <property fmtid="{D5CDD505-2E9C-101B-9397-08002B2CF9AE}" pid="7" name="MSIP_Label_3ba52d44-af58-4f66-8659-3c1b8d659d72_ActionId">
    <vt:lpwstr>7ef89e69-af4a-4a1c-ba6c-35ca88c6a98d</vt:lpwstr>
  </property>
  <property fmtid="{D5CDD505-2E9C-101B-9397-08002B2CF9AE}" pid="8" name="MSIP_Label_3ba52d44-af58-4f66-8659-3c1b8d659d72_ContentBits">
    <vt:lpwstr>2</vt:lpwstr>
  </property>
  <property fmtid="{D5CDD505-2E9C-101B-9397-08002B2CF9AE}" pid="9" name="MSIP_Label_3ba52d44-af58-4f66-8659-3c1b8d659d72_Tag">
    <vt:lpwstr>10, 0, 1, 1</vt:lpwstr>
  </property>
  <property fmtid="{D5CDD505-2E9C-101B-9397-08002B2CF9AE}" pid="10" name="ClassificationContentMarkingFooterLocations">
    <vt:lpwstr>Tema do Office:8</vt:lpwstr>
  </property>
  <property fmtid="{D5CDD505-2E9C-101B-9397-08002B2CF9AE}" pid="11" name="ClassificationContentMarkingFooterText">
    <vt:lpwstr>This content is Internal.</vt:lpwstr>
  </property>
  <property fmtid="{D5CDD505-2E9C-101B-9397-08002B2CF9AE}" pid="12" name="ContentTypeId">
    <vt:lpwstr>0x010100BD8796E1EBEF0447B8A50267FB38BA07</vt:lpwstr>
  </property>
</Properties>
</file>