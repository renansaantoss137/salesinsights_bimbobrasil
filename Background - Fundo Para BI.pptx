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427" r:id="rId5"/>
    <p:sldId id="431" r:id="rId6"/>
    <p:sldId id="434" r:id="rId7"/>
    <p:sldId id="429" r:id="rId8"/>
    <p:sldId id="359" r:id="rId9"/>
    <p:sldId id="379" r:id="rId10"/>
    <p:sldId id="398" r:id="rId11"/>
    <p:sldId id="432" r:id="rId12"/>
    <p:sldId id="433" r:id="rId13"/>
  </p:sldIdLst>
  <p:sldSz cx="51200050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233"/>
    <a:srgbClr val="E89B26"/>
    <a:srgbClr val="DBDFE1"/>
    <a:srgbClr val="F4F5F6"/>
    <a:srgbClr val="021722"/>
    <a:srgbClr val="C17B10"/>
    <a:srgbClr val="031823"/>
    <a:srgbClr val="A6A9AD"/>
    <a:srgbClr val="CCD2D5"/>
    <a:srgbClr val="8DA6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15" autoAdjust="0"/>
    <p:restoredTop sz="96283" autoAdjust="0"/>
  </p:normalViewPr>
  <p:slideViewPr>
    <p:cSldViewPr snapToGrid="0">
      <p:cViewPr>
        <p:scale>
          <a:sx n="75" d="100"/>
          <a:sy n="75" d="100"/>
        </p:scale>
        <p:origin x="-5226" y="-4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007" y="4713407"/>
            <a:ext cx="38400038" cy="10026815"/>
          </a:xfrm>
        </p:spPr>
        <p:txBody>
          <a:bodyPr anchor="b"/>
          <a:lstStyle>
            <a:lvl1pPr algn="ctr"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007" y="15126892"/>
            <a:ext cx="38400038" cy="6953434"/>
          </a:xfrm>
        </p:spPr>
        <p:txBody>
          <a:bodyPr/>
          <a:lstStyle>
            <a:lvl1pPr marL="0" indent="0" algn="ctr">
              <a:buNone/>
              <a:defRPr sz="10079"/>
            </a:lvl1pPr>
            <a:lvl2pPr marL="1920011" indent="0" algn="ctr">
              <a:buNone/>
              <a:defRPr sz="8399"/>
            </a:lvl2pPr>
            <a:lvl3pPr marL="3840023" indent="0" algn="ctr">
              <a:buNone/>
              <a:defRPr sz="7559"/>
            </a:lvl3pPr>
            <a:lvl4pPr marL="5760034" indent="0" algn="ctr">
              <a:buNone/>
              <a:defRPr sz="6719"/>
            </a:lvl4pPr>
            <a:lvl5pPr marL="7680046" indent="0" algn="ctr">
              <a:buNone/>
              <a:defRPr sz="6719"/>
            </a:lvl5pPr>
            <a:lvl6pPr marL="9600057" indent="0" algn="ctr">
              <a:buNone/>
              <a:defRPr sz="6719"/>
            </a:lvl6pPr>
            <a:lvl7pPr marL="11520068" indent="0" algn="ctr">
              <a:buNone/>
              <a:defRPr sz="6719"/>
            </a:lvl7pPr>
            <a:lvl8pPr marL="13440080" indent="0" algn="ctr">
              <a:buNone/>
              <a:defRPr sz="6719"/>
            </a:lvl8pPr>
            <a:lvl9pPr marL="15360091" indent="0" algn="ctr">
              <a:buNone/>
              <a:defRPr sz="671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7184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59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338" y="7180112"/>
            <a:ext cx="44160043" cy="11980175"/>
          </a:xfrm>
        </p:spPr>
        <p:txBody>
          <a:bodyPr anchor="b"/>
          <a:lstStyle>
            <a:lvl1pPr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338" y="19273624"/>
            <a:ext cx="44160043" cy="6300091"/>
          </a:xfrm>
        </p:spPr>
        <p:txBody>
          <a:bodyPr/>
          <a:lstStyle>
            <a:lvl1pPr marL="0" indent="0">
              <a:buNone/>
              <a:defRPr sz="10079">
                <a:solidFill>
                  <a:schemeClr val="tx1">
                    <a:tint val="75000"/>
                  </a:schemeClr>
                </a:solidFill>
              </a:defRPr>
            </a:lvl1pPr>
            <a:lvl2pPr marL="1920011" indent="0">
              <a:buNone/>
              <a:defRPr sz="8399">
                <a:solidFill>
                  <a:schemeClr val="tx1">
                    <a:tint val="75000"/>
                  </a:schemeClr>
                </a:solidFill>
              </a:defRPr>
            </a:lvl2pPr>
            <a:lvl3pPr marL="384002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3pPr>
            <a:lvl4pPr marL="5760034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4pPr>
            <a:lvl5pPr marL="7680046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5pPr>
            <a:lvl6pPr marL="9600057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6pPr>
            <a:lvl7pPr marL="11520068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7pPr>
            <a:lvl8pPr marL="13440080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8pPr>
            <a:lvl9pPr marL="15360091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7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004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0025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700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3" y="1533360"/>
            <a:ext cx="44160043" cy="556675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6675" y="7060108"/>
            <a:ext cx="21660018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6675" y="10520155"/>
            <a:ext cx="21660018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0025" y="7060108"/>
            <a:ext cx="21766690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0025" y="10520155"/>
            <a:ext cx="21766690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1689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3110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621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6691" y="4146732"/>
            <a:ext cx="25920025" cy="20466969"/>
          </a:xfrm>
        </p:spPr>
        <p:txBody>
          <a:bodyPr/>
          <a:lstStyle>
            <a:lvl1pPr>
              <a:defRPr sz="13438"/>
            </a:lvl1pPr>
            <a:lvl2pPr>
              <a:defRPr sz="11759"/>
            </a:lvl2pPr>
            <a:lvl3pPr>
              <a:defRPr sz="10079"/>
            </a:lvl3pPr>
            <a:lvl4pPr>
              <a:defRPr sz="8399"/>
            </a:lvl4pPr>
            <a:lvl5pPr>
              <a:defRPr sz="8399"/>
            </a:lvl5pPr>
            <a:lvl6pPr>
              <a:defRPr sz="8399"/>
            </a:lvl6pPr>
            <a:lvl7pPr>
              <a:defRPr sz="8399"/>
            </a:lvl7pPr>
            <a:lvl8pPr>
              <a:defRPr sz="8399"/>
            </a:lvl8pPr>
            <a:lvl9pPr>
              <a:defRPr sz="8399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036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6691" y="4146732"/>
            <a:ext cx="25920025" cy="20466969"/>
          </a:xfrm>
        </p:spPr>
        <p:txBody>
          <a:bodyPr anchor="t"/>
          <a:lstStyle>
            <a:lvl1pPr marL="0" indent="0">
              <a:buNone/>
              <a:defRPr sz="13438"/>
            </a:lvl1pPr>
            <a:lvl2pPr marL="1920011" indent="0">
              <a:buNone/>
              <a:defRPr sz="11759"/>
            </a:lvl2pPr>
            <a:lvl3pPr marL="3840023" indent="0">
              <a:buNone/>
              <a:defRPr sz="10079"/>
            </a:lvl3pPr>
            <a:lvl4pPr marL="5760034" indent="0">
              <a:buNone/>
              <a:defRPr sz="8399"/>
            </a:lvl4pPr>
            <a:lvl5pPr marL="7680046" indent="0">
              <a:buNone/>
              <a:defRPr sz="8399"/>
            </a:lvl5pPr>
            <a:lvl6pPr marL="9600057" indent="0">
              <a:buNone/>
              <a:defRPr sz="8399"/>
            </a:lvl6pPr>
            <a:lvl7pPr marL="11520068" indent="0">
              <a:buNone/>
              <a:defRPr sz="8399"/>
            </a:lvl7pPr>
            <a:lvl8pPr marL="13440080" indent="0">
              <a:buNone/>
              <a:defRPr sz="8399"/>
            </a:lvl8pPr>
            <a:lvl9pPr marL="15360091" indent="0">
              <a:buNone/>
              <a:defRPr sz="8399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212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76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0037" y="1533358"/>
            <a:ext cx="11040011" cy="2440702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002" y="1533358"/>
            <a:ext cx="32480032" cy="2440702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177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005" y="1533360"/>
            <a:ext cx="44160043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005" y="7666782"/>
            <a:ext cx="44160043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00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0018" y="26693729"/>
            <a:ext cx="17280017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003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E1FCA55-1A9B-DBF8-2845-15C380F008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3060025" y="27893745"/>
            <a:ext cx="5200005" cy="205121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333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content is Internal.</a:t>
            </a:r>
          </a:p>
        </p:txBody>
      </p:sp>
    </p:spTree>
    <p:extLst>
      <p:ext uri="{BB962C8B-B14F-4D97-AF65-F5344CB8AC3E}">
        <p14:creationId xmlns:p14="http://schemas.microsoft.com/office/powerpoint/2010/main" val="310781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840023" rtl="0" eaLnBrk="1" latinLnBrk="0" hangingPunct="1">
        <a:lnSpc>
          <a:spcPct val="90000"/>
        </a:lnSpc>
        <a:spcBef>
          <a:spcPct val="0"/>
        </a:spcBef>
        <a:buNone/>
        <a:defRPr sz="184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60006" indent="-960006" algn="l" defTabSz="3840023" rtl="0" eaLnBrk="1" latinLnBrk="0" hangingPunct="1">
        <a:lnSpc>
          <a:spcPct val="90000"/>
        </a:lnSpc>
        <a:spcBef>
          <a:spcPts val="4200"/>
        </a:spcBef>
        <a:buFont typeface="Arial" panose="020B0604020202020204" pitchFamily="34" charset="0"/>
        <a:buChar char="•"/>
        <a:defRPr sz="11759" kern="1200">
          <a:solidFill>
            <a:schemeClr val="tx1"/>
          </a:solidFill>
          <a:latin typeface="+mn-lt"/>
          <a:ea typeface="+mn-ea"/>
          <a:cs typeface="+mn-cs"/>
        </a:defRPr>
      </a:lvl1pPr>
      <a:lvl2pPr marL="288001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10079" kern="1200">
          <a:solidFill>
            <a:schemeClr val="tx1"/>
          </a:solidFill>
          <a:latin typeface="+mn-lt"/>
          <a:ea typeface="+mn-ea"/>
          <a:cs typeface="+mn-cs"/>
        </a:defRPr>
      </a:lvl2pPr>
      <a:lvl3pPr marL="4800029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8399" kern="1200">
          <a:solidFill>
            <a:schemeClr val="tx1"/>
          </a:solidFill>
          <a:latin typeface="+mn-lt"/>
          <a:ea typeface="+mn-ea"/>
          <a:cs typeface="+mn-cs"/>
        </a:defRPr>
      </a:lvl3pPr>
      <a:lvl4pPr marL="6720040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8640051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10560063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2480074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86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632009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1pPr>
      <a:lvl2pPr marL="192001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840023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5760034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7680046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9600057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1520068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344008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536009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246A0-EAFD-0FCF-DA0C-4E454B9E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22BA49C-667F-8E00-5976-8B268C571423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08E81FD-7CE1-E154-0EFF-8D6898AA469F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0764FC4C-5E15-4472-F9AC-A1F5515DC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FE3B2E6-E44A-7BE6-4582-9ABBD9F22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D403E0B-68F1-F803-AC88-2AAF493F629C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936A74F-0D12-A8CE-C74C-1E100545AE20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B1B62EE3-B2AF-43A4-5D8B-C45F21C8A90F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0B56D43-60F4-C746-C7FB-FC9064EF93EA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4B5F0A38-708B-F989-8890-E386D254753D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AFBA749-4C37-CC0F-71AA-C937F45EC362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62A9A4D0-9EF8-8CEC-2BA8-796EC9B169DB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58B60AF1-BD29-2168-A508-488D2E6C3B1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711181D-BB96-850C-870A-07D56216DE55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67EB91CB-9834-2AC8-62DE-70F42D1E7819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F74F2E8-1E78-8CB3-9C6F-83477FEDFC88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195E2982-3C2A-2F2C-3F2F-F1D097F7AF4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DD8CAACE-E30A-53E2-0231-A76E6FB89EC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323B7DA-0FA0-E156-2B6B-3D87F836D90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3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C54A-321F-6C7E-9988-55E49CC9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329814DD-975D-EDE3-7A16-2EF48A318BD2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FD59DFDA-B0C6-B13A-7594-6DB2E1D505FA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A609DB09-C8C3-9756-1E6F-B3FF4BF1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0ECB4BF2-6B98-F92A-4A5F-1CAB65F2FB6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B983C720-35C6-6CA7-9956-F3C1097227BF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468BD63E-78EC-B1E7-EA8E-FA2A62300531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E41C1DBA-F2A3-A81A-025D-DB0CB07A0C2C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D47BA7C0-4604-0164-6353-C6A63304EA5D}"/>
              </a:ext>
            </a:extLst>
          </p:cNvPr>
          <p:cNvSpPr/>
          <p:nvPr/>
        </p:nvSpPr>
        <p:spPr>
          <a:xfrm>
            <a:off x="1869835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4CE131E-9AA6-5376-F90A-BA4B311AFBBF}"/>
              </a:ext>
            </a:extLst>
          </p:cNvPr>
          <p:cNvSpPr/>
          <p:nvPr/>
        </p:nvSpPr>
        <p:spPr>
          <a:xfrm>
            <a:off x="22090681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44F082B5-0DA2-56FE-C6D7-56119385B762}"/>
              </a:ext>
            </a:extLst>
          </p:cNvPr>
          <p:cNvSpPr/>
          <p:nvPr/>
        </p:nvSpPr>
        <p:spPr>
          <a:xfrm>
            <a:off x="24877460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86FCBD4A-570D-099B-EDF6-19810CBAF97E}"/>
              </a:ext>
            </a:extLst>
          </p:cNvPr>
          <p:cNvSpPr/>
          <p:nvPr/>
        </p:nvSpPr>
        <p:spPr>
          <a:xfrm>
            <a:off x="27664239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83ABFDCB-63D0-18AA-5162-9C42B90F83F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89E6F8FC-7B3D-CA4C-9D48-5EF7231137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B121555-8D51-DA4C-E218-3EE23B5F3592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83D9E9F-4D34-8BB4-9110-82A1561CF348}"/>
              </a:ext>
            </a:extLst>
          </p:cNvPr>
          <p:cNvSpPr/>
          <p:nvPr/>
        </p:nvSpPr>
        <p:spPr>
          <a:xfrm>
            <a:off x="1871253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E49FDCD-F019-02B3-753A-9CFE5FA4CD09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AF68628-B478-6B5E-90B8-5D3ED4697BC5}"/>
              </a:ext>
            </a:extLst>
          </p:cNvPr>
          <p:cNvSpPr/>
          <p:nvPr/>
        </p:nvSpPr>
        <p:spPr>
          <a:xfrm>
            <a:off x="2622945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70849AE4-57F9-087C-12D5-068756557C5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18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BF4CB-7A59-C23D-8275-AEDCAB30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B85139BC-A3E7-8080-4CE3-A574D280494C}"/>
              </a:ext>
            </a:extLst>
          </p:cNvPr>
          <p:cNvSpPr/>
          <p:nvPr/>
        </p:nvSpPr>
        <p:spPr>
          <a:xfrm>
            <a:off x="17472027" y="9852690"/>
            <a:ext cx="16255996" cy="9260810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B89421A9-E410-D9C6-FB2F-65B7D9455C4A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B1F68CF-FB06-7001-E551-601FD92B8C4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7C2F52E4-B050-882E-7E74-F7A685B0F9A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CD829ED4-59B7-69F0-9261-816B317B7B53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CE3DAE02-4715-EF2D-C172-F88153BB8F0D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Análise por Canal e Região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F6A4ACD-3E7F-B6C4-2A6B-264DEEF83F35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280FB4B-0FAE-D4C1-D815-7B1019BB79EC}"/>
              </a:ext>
            </a:extLst>
          </p:cNvPr>
          <p:cNvSpPr/>
          <p:nvPr/>
        </p:nvSpPr>
        <p:spPr>
          <a:xfrm>
            <a:off x="1869835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8C763677-5DA4-B22F-217A-52AB0C379F53}"/>
              </a:ext>
            </a:extLst>
          </p:cNvPr>
          <p:cNvSpPr/>
          <p:nvPr/>
        </p:nvSpPr>
        <p:spPr>
          <a:xfrm>
            <a:off x="20836836" y="11068944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9DABE012-C992-6CC0-0D9E-FF292C66EC94}"/>
              </a:ext>
            </a:extLst>
          </p:cNvPr>
          <p:cNvSpPr/>
          <p:nvPr/>
        </p:nvSpPr>
        <p:spPr>
          <a:xfrm>
            <a:off x="23526055" y="11068944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72AF9DCA-D8E4-C2EF-2A3D-F2D2208DEFC4}"/>
              </a:ext>
            </a:extLst>
          </p:cNvPr>
          <p:cNvSpPr/>
          <p:nvPr/>
        </p:nvSpPr>
        <p:spPr>
          <a:xfrm>
            <a:off x="26215274" y="11068944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FCBCF875-51A5-BE5E-BB26-8E959C5922A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9005CB5C-5EBD-91A3-C867-C01C7EC3E14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4FCB1D91-0D44-C435-BB2D-883767A1F3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BDDE4CC-970F-39EC-CE7F-7ED9790743F0}"/>
              </a:ext>
            </a:extLst>
          </p:cNvPr>
          <p:cNvSpPr/>
          <p:nvPr/>
        </p:nvSpPr>
        <p:spPr>
          <a:xfrm>
            <a:off x="18712532" y="15935112"/>
            <a:ext cx="14890187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6C27F2C-5D4F-53D0-2066-78C66A8AB731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C45AA47B-96C9-F4A3-64F1-C8AB67B5A52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CB16271-11BF-4E42-4F20-9BFFD7B27640}"/>
              </a:ext>
            </a:extLst>
          </p:cNvPr>
          <p:cNvSpPr/>
          <p:nvPr/>
        </p:nvSpPr>
        <p:spPr>
          <a:xfrm>
            <a:off x="28904493" y="11068944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3849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95A8F-3405-B2A0-91B7-53706044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9C50A0E-B617-1F9C-735A-86D9338F0214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F7364536-69F8-472B-8ABB-DF1FFF37077A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E2EE7A4E-12E2-1D2F-3A27-287F0962E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942500E-E0DC-CBFC-ECD1-796BB8C554A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BB8EEC01-F56D-BD6E-D1C8-95AC8421FD50}"/>
              </a:ext>
            </a:extLst>
          </p:cNvPr>
          <p:cNvSpPr/>
          <p:nvPr/>
        </p:nvSpPr>
        <p:spPr>
          <a:xfrm>
            <a:off x="1887819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6F9BB396-1F73-5817-1343-56AE1E528872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847CAEF6-396F-8F90-D63C-875508C2A1B2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68FA7945-31D3-D467-6447-5BE07F841CE4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3E66C6C9-87F6-8AE1-1C0F-048296F2F733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E5838BEA-E0EB-7787-597E-2C675A8DB608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6AD8572B-CD36-8108-C1EA-3558F7311F51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A789F56D-DDCD-403D-1A4F-E9257B3CAE31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0B8FBA3C-800D-F3BD-1BCB-9F164020E81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92EE534B-1768-C767-5CD9-6867E5C7A05A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C55789CD-91BD-F5FB-E7D0-77759CF19549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B238E2C3-1A97-DA55-6A7E-199F05B43E50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6454FC94-459F-ECD9-5C53-67793B80F8C9}"/>
              </a:ext>
            </a:extLst>
          </p:cNvPr>
          <p:cNvSpPr/>
          <p:nvPr/>
        </p:nvSpPr>
        <p:spPr>
          <a:xfrm>
            <a:off x="3087673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7DEE4D97-0F44-4C55-AE89-86D4A9167F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8F0798DC-38D8-B0BE-68B1-244D074A608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3638BD60-FF5C-0753-32AC-7260F031165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pic>
        <p:nvPicPr>
          <p:cNvPr id="2" name="Imagem 1" descr="Logotipo, nome da empresa&#10;&#10;O conteúdo gerado por IA pode estar incorreto.">
            <a:extLst>
              <a:ext uri="{FF2B5EF4-FFF2-40B4-BE49-F238E27FC236}">
                <a16:creationId xmlns:a16="http://schemas.microsoft.com/office/drawing/2014/main" id="{086E9FF9-C1A9-85C4-8873-BDFA413EEA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70283" y="17827977"/>
            <a:ext cx="887870" cy="8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305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A5C1A16-C3EC-4FF1-AF20-3819E1CE4E09}"/>
              </a:ext>
            </a:extLst>
          </p:cNvPr>
          <p:cNvSpPr/>
          <p:nvPr/>
        </p:nvSpPr>
        <p:spPr>
          <a:xfrm>
            <a:off x="19519331" y="9828224"/>
            <a:ext cx="12161407" cy="9143995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538CCE-9C58-4BAA-A9EC-E85351AE64C9}"/>
              </a:ext>
            </a:extLst>
          </p:cNvPr>
          <p:cNvSpPr/>
          <p:nvPr/>
        </p:nvSpPr>
        <p:spPr>
          <a:xfrm>
            <a:off x="19664360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39688C-7D9A-42A5-A55A-4CDC367DD5E1}"/>
              </a:ext>
            </a:extLst>
          </p:cNvPr>
          <p:cNvSpPr/>
          <p:nvPr/>
        </p:nvSpPr>
        <p:spPr>
          <a:xfrm>
            <a:off x="23767240" y="11372552"/>
            <a:ext cx="3729323" cy="1882981"/>
          </a:xfrm>
          <a:prstGeom prst="roundRect">
            <a:avLst>
              <a:gd name="adj" fmla="val 10925"/>
            </a:avLst>
          </a:prstGeom>
          <a:gradFill flip="none" rotWithShape="1">
            <a:gsLst>
              <a:gs pos="0">
                <a:srgbClr val="E89B26">
                  <a:shade val="30000"/>
                  <a:satMod val="115000"/>
                </a:srgbClr>
              </a:gs>
              <a:gs pos="53000">
                <a:srgbClr val="E89B26">
                  <a:shade val="67500"/>
                  <a:satMod val="115000"/>
                </a:srgbClr>
              </a:gs>
              <a:gs pos="100000">
                <a:srgbClr val="E89B26">
                  <a:shade val="100000"/>
                  <a:satMod val="115000"/>
                </a:srgbClr>
              </a:gs>
            </a:gsLst>
            <a:lin ang="13500000" scaled="1"/>
            <a:tileRect/>
          </a:gradFill>
          <a:ln>
            <a:solidFill>
              <a:srgbClr val="E89B26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9893C61-F69E-A994-F68D-4B84E76E1697}"/>
              </a:ext>
            </a:extLst>
          </p:cNvPr>
          <p:cNvSpPr/>
          <p:nvPr/>
        </p:nvSpPr>
        <p:spPr>
          <a:xfrm>
            <a:off x="19664348" y="9982796"/>
            <a:ext cx="11871357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EDF1821-85FE-2F86-EB6A-03C7F1346D1C}"/>
              </a:ext>
            </a:extLst>
          </p:cNvPr>
          <p:cNvSpPr/>
          <p:nvPr/>
        </p:nvSpPr>
        <p:spPr>
          <a:xfrm>
            <a:off x="27645587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19786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2A029274-DF9D-6111-6484-2B3E783AF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rgbClr val="1D711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5795" y="16151285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3D47B7-D5C4-AD05-8E2F-F3BFD8F03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0975265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Balão de Fala: Retângulo com Cantos Arredondados 4">
            <a:extLst>
              <a:ext uri="{FF2B5EF4-FFF2-40B4-BE49-F238E27FC236}">
                <a16:creationId xmlns:a16="http://schemas.microsoft.com/office/drawing/2014/main" id="{C188CDE8-5C49-1AC1-632D-D808F2D9A8EF}"/>
              </a:ext>
            </a:extLst>
          </p:cNvPr>
          <p:cNvSpPr/>
          <p:nvPr/>
        </p:nvSpPr>
        <p:spPr>
          <a:xfrm>
            <a:off x="23298294" y="12528030"/>
            <a:ext cx="3524881" cy="3135784"/>
          </a:xfrm>
          <a:prstGeom prst="wedgeRoundRectCallout">
            <a:avLst>
              <a:gd name="adj1" fmla="val 69878"/>
              <a:gd name="adj2" fmla="val -102181"/>
              <a:gd name="adj3" fmla="val 16667"/>
            </a:avLst>
          </a:prstGeom>
          <a:solidFill>
            <a:srgbClr val="04324C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133" dirty="0">
              <a:latin typeface="Din"/>
              <a:cs typeface="Segoe UI Semibold" panose="020B0702040204020203" pitchFamily="34" charset="0"/>
            </a:endParaRPr>
          </a:p>
          <a:p>
            <a:pPr algn="ctr"/>
            <a:r>
              <a:rPr lang="pt-BR" sz="2133" dirty="0">
                <a:latin typeface="Din"/>
                <a:cs typeface="Segoe UI Semibold" panose="020B0702040204020203" pitchFamily="34" charset="0"/>
              </a:rPr>
              <a:t>Use esse botão para trocar a tabela ao lado esquerdo, de um modelo Macro para um modelo Resumido (Processamento mais veloz)</a:t>
            </a:r>
          </a:p>
        </p:txBody>
      </p:sp>
      <p:pic>
        <p:nvPicPr>
          <p:cNvPr id="2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273EBC-B956-FD58-3558-8E82986EB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3219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985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D0EA0-6488-B19F-F5ED-84A53089C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E6209B0-B65B-FD67-4D0A-9F81B08F3583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10777D8-8ACB-A2B0-028E-8DA3D1C4C07A}"/>
              </a:ext>
            </a:extLst>
          </p:cNvPr>
          <p:cNvSpPr/>
          <p:nvPr/>
        </p:nvSpPr>
        <p:spPr>
          <a:xfrm>
            <a:off x="17472027" y="9828224"/>
            <a:ext cx="16255996" cy="9143995"/>
          </a:xfrm>
          <a:prstGeom prst="roundRect">
            <a:avLst>
              <a:gd name="adj" fmla="val 2945"/>
            </a:avLst>
          </a:prstGeom>
          <a:solidFill>
            <a:srgbClr val="0322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1935B47-C44E-E55D-A063-6BCBD8A86081}"/>
              </a:ext>
            </a:extLst>
          </p:cNvPr>
          <p:cNvSpPr/>
          <p:nvPr/>
        </p:nvSpPr>
        <p:spPr>
          <a:xfrm>
            <a:off x="27983205" y="9828229"/>
            <a:ext cx="5744836" cy="3089429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F134ABE-E74C-86F2-1777-7F11B8765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00827" y="9917000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246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B798-E250-5226-4674-2F3941D4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9FD79C7C-3C4C-5047-0354-51053C4B79D7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A7E96D7-0228-4527-5A5E-E75EA2B9464D}"/>
              </a:ext>
            </a:extLst>
          </p:cNvPr>
          <p:cNvSpPr/>
          <p:nvPr/>
        </p:nvSpPr>
        <p:spPr>
          <a:xfrm>
            <a:off x="27054629" y="10931315"/>
            <a:ext cx="2522326" cy="3887771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04D8ACA-A377-6FA6-EC9C-B15A7B22C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8141" y="11078143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468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008EB-38E0-474D-60A6-26EA8F71D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D6C141-DEC8-8565-1716-24689F1554EE}"/>
              </a:ext>
            </a:extLst>
          </p:cNvPr>
          <p:cNvSpPr/>
          <p:nvPr/>
        </p:nvSpPr>
        <p:spPr>
          <a:xfrm>
            <a:off x="20094238" y="11281014"/>
            <a:ext cx="8716591" cy="7533796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F94C769-753C-DA72-7B3E-F8D5DA2C5086}"/>
              </a:ext>
            </a:extLst>
          </p:cNvPr>
          <p:cNvSpPr/>
          <p:nvPr/>
        </p:nvSpPr>
        <p:spPr>
          <a:xfrm>
            <a:off x="20372372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38F2C06-13F9-4809-541D-DD1E667A76D2}"/>
              </a:ext>
            </a:extLst>
          </p:cNvPr>
          <p:cNvSpPr/>
          <p:nvPr/>
        </p:nvSpPr>
        <p:spPr>
          <a:xfrm>
            <a:off x="20372372" y="11635685"/>
            <a:ext cx="8160322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Comportamento de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Churn</a:t>
            </a:r>
            <a:endParaRPr lang="pt-BR" sz="4400" b="1" dirty="0">
              <a:solidFill>
                <a:schemeClr val="bg1"/>
              </a:solidFill>
              <a:latin typeface="Din"/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43D63697-AF21-F0E5-4C28-20AF7486B378}"/>
              </a:ext>
            </a:extLst>
          </p:cNvPr>
          <p:cNvSpPr/>
          <p:nvPr/>
        </p:nvSpPr>
        <p:spPr>
          <a:xfrm>
            <a:off x="24642564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36344886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96f600e-0733-4526-a0fb-b18e680a05e7">
      <Terms xmlns="http://schemas.microsoft.com/office/infopath/2007/PartnerControls"/>
    </lcf76f155ced4ddcb4097134ff3c332f>
    <TaxCatchAll xmlns="137de72a-d4ba-42bd-86fe-71b4bed90a39" xsi:nil="true"/>
    <_ip_UnifiedCompliancePolicyProperties xmlns="http://schemas.microsoft.com/sharepoint/v3" xsi:nil="true"/>
    <_Flow_SignoffStatus xmlns="996f600e-0733-4526-a0fb-b18e680a05e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D8796E1EBEF0447B8A50267FB38BA07" ma:contentTypeVersion="21" ma:contentTypeDescription="Crie um novo documento." ma:contentTypeScope="" ma:versionID="51b69d7bf1e80634fb6243a48f7b967a">
  <xsd:schema xmlns:xsd="http://www.w3.org/2001/XMLSchema" xmlns:xs="http://www.w3.org/2001/XMLSchema" xmlns:p="http://schemas.microsoft.com/office/2006/metadata/properties" xmlns:ns1="http://schemas.microsoft.com/sharepoint/v3" xmlns:ns2="137de72a-d4ba-42bd-86fe-71b4bed90a39" xmlns:ns3="996f600e-0733-4526-a0fb-b18e680a05e7" targetNamespace="http://schemas.microsoft.com/office/2006/metadata/properties" ma:root="true" ma:fieldsID="ff2cafffd62144788c92268155a1b106" ns1:_="" ns2:_="" ns3:_="">
    <xsd:import namespace="http://schemas.microsoft.com/sharepoint/v3"/>
    <xsd:import namespace="137de72a-d4ba-42bd-86fe-71b4bed90a39"/>
    <xsd:import namespace="996f600e-0733-4526-a0fb-b18e680a05e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LengthInSecond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Propriedades da Política de Conformidade Unificada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Ação de Interface do Usuário da Política de Conformidade Unificada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7de72a-d4ba-42bd-86fe-71b4bed90a3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7" nillable="true" ma:displayName="Taxonomy Catch All Column" ma:hidden="true" ma:list="{7c29a83d-9d72-4be0-874c-6931bbb95da7}" ma:internalName="TaxCatchAll" ma:showField="CatchAllData" ma:web="137de72a-d4ba-42bd-86fe-71b4bed90a3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6f600e-0733-4526-a0fb-b18e680a05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2" nillable="true" ma:displayName="Status de liberação" ma:internalName="Status_x0020_de_x0020_libera_x00e7__x00e3_o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6" nillable="true" ma:taxonomy="true" ma:internalName="lcf76f155ced4ddcb4097134ff3c332f" ma:taxonomyFieldName="MediaServiceImageTags" ma:displayName="Marcações de imagem" ma:readOnly="false" ma:fieldId="{5cf76f15-5ced-4ddc-b409-7134ff3c332f}" ma:taxonomyMulti="true" ma:sspId="a0ac124d-5430-4444-b94a-4a207a2bbe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CFDE38A-F306-4C4A-AFC1-208A8755E640}">
  <ds:schemaRefs>
    <ds:schemaRef ds:uri="http://purl.org/dc/elements/1.1/"/>
    <ds:schemaRef ds:uri="http://schemas.microsoft.com/sharepoint/v3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schemas.microsoft.com/office/2006/documentManagement/types"/>
    <ds:schemaRef ds:uri="996f600e-0733-4526-a0fb-b18e680a05e7"/>
    <ds:schemaRef ds:uri="http://schemas.microsoft.com/office/2006/metadata/properties"/>
    <ds:schemaRef ds:uri="137de72a-d4ba-42bd-86fe-71b4bed90a39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AE51230-9E4E-4FDB-9D86-2789E42C67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FEFCE5-4A7D-48BD-A3A8-BA9D11A8CF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37de72a-d4ba-42bd-86fe-71b4bed90a39"/>
    <ds:schemaRef ds:uri="996f600e-0733-4526-a0fb-b18e680a05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16747</TotalTime>
  <Words>70</Words>
  <Application>Microsoft Office PowerPoint</Application>
  <PresentationFormat>Personalizar</PresentationFormat>
  <Paragraphs>11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Din</vt:lpstr>
      <vt:lpstr>Segoe UI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Alon Pinheiro</dc:creator>
  <cp:lastModifiedBy>Renan Santos Ferreira</cp:lastModifiedBy>
  <cp:revision>70</cp:revision>
  <dcterms:created xsi:type="dcterms:W3CDTF">2021-01-25T21:40:29Z</dcterms:created>
  <dcterms:modified xsi:type="dcterms:W3CDTF">2026-04-19T18:51:47Z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a52d44-af58-4f66-8659-3c1b8d659d72_Enabled">
    <vt:lpwstr>true</vt:lpwstr>
  </property>
  <property fmtid="{D5CDD505-2E9C-101B-9397-08002B2CF9AE}" pid="3" name="MSIP_Label_3ba52d44-af58-4f66-8659-3c1b8d659d72_SetDate">
    <vt:lpwstr>2025-04-21T17:37:46Z</vt:lpwstr>
  </property>
  <property fmtid="{D5CDD505-2E9C-101B-9397-08002B2CF9AE}" pid="4" name="MSIP_Label_3ba52d44-af58-4f66-8659-3c1b8d659d72_Method">
    <vt:lpwstr>Privileged</vt:lpwstr>
  </property>
  <property fmtid="{D5CDD505-2E9C-101B-9397-08002B2CF9AE}" pid="5" name="MSIP_Label_3ba52d44-af58-4f66-8659-3c1b8d659d72_Name">
    <vt:lpwstr>3ba52d44-af58-4f66-8659-3c1b8d659d72</vt:lpwstr>
  </property>
  <property fmtid="{D5CDD505-2E9C-101B-9397-08002B2CF9AE}" pid="6" name="MSIP_Label_3ba52d44-af58-4f66-8659-3c1b8d659d72_SiteId">
    <vt:lpwstr>461fd7ef-0eb3-4420-b044-310dc2914d64</vt:lpwstr>
  </property>
  <property fmtid="{D5CDD505-2E9C-101B-9397-08002B2CF9AE}" pid="7" name="MSIP_Label_3ba52d44-af58-4f66-8659-3c1b8d659d72_ActionId">
    <vt:lpwstr>7ef89e69-af4a-4a1c-ba6c-35ca88c6a98d</vt:lpwstr>
  </property>
  <property fmtid="{D5CDD505-2E9C-101B-9397-08002B2CF9AE}" pid="8" name="MSIP_Label_3ba52d44-af58-4f66-8659-3c1b8d659d72_ContentBits">
    <vt:lpwstr>2</vt:lpwstr>
  </property>
  <property fmtid="{D5CDD505-2E9C-101B-9397-08002B2CF9AE}" pid="9" name="MSIP_Label_3ba52d44-af58-4f66-8659-3c1b8d659d72_Tag">
    <vt:lpwstr>10, 0, 1, 1</vt:lpwstr>
  </property>
  <property fmtid="{D5CDD505-2E9C-101B-9397-08002B2CF9AE}" pid="10" name="ClassificationContentMarkingFooterLocations">
    <vt:lpwstr>Tema do Office:8</vt:lpwstr>
  </property>
  <property fmtid="{D5CDD505-2E9C-101B-9397-08002B2CF9AE}" pid="11" name="ClassificationContentMarkingFooterText">
    <vt:lpwstr>This content is Internal.</vt:lpwstr>
  </property>
  <property fmtid="{D5CDD505-2E9C-101B-9397-08002B2CF9AE}" pid="12" name="ContentTypeId">
    <vt:lpwstr>0x010100BD8796E1EBEF0447B8A50267FB38BA07</vt:lpwstr>
  </property>
</Properties>
</file>