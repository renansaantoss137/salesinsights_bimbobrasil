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4"/>
  </p:sldMasterIdLst>
  <p:sldIdLst>
    <p:sldId id="440" r:id="rId5"/>
    <p:sldId id="441" r:id="rId6"/>
    <p:sldId id="434" r:id="rId7"/>
    <p:sldId id="435" r:id="rId8"/>
    <p:sldId id="379" r:id="rId9"/>
    <p:sldId id="432" r:id="rId10"/>
    <p:sldId id="433" r:id="rId11"/>
    <p:sldId id="442" r:id="rId12"/>
    <p:sldId id="436" r:id="rId13"/>
    <p:sldId id="437" r:id="rId14"/>
    <p:sldId id="438" r:id="rId15"/>
    <p:sldId id="439" r:id="rId16"/>
  </p:sldIdLst>
  <p:sldSz cx="51200050" cy="288004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32233"/>
    <a:srgbClr val="E89B26"/>
    <a:srgbClr val="DBDFE1"/>
    <a:srgbClr val="F4F5F6"/>
    <a:srgbClr val="021722"/>
    <a:srgbClr val="C17B10"/>
    <a:srgbClr val="031823"/>
    <a:srgbClr val="A6A9AD"/>
    <a:srgbClr val="CCD2D5"/>
    <a:srgbClr val="8DA6B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315" autoAdjust="0"/>
    <p:restoredTop sz="96283" autoAdjust="0"/>
  </p:normalViewPr>
  <p:slideViewPr>
    <p:cSldViewPr snapToGrid="0">
      <p:cViewPr>
        <p:scale>
          <a:sx n="66" d="100"/>
          <a:sy n="66" d="100"/>
        </p:scale>
        <p:origin x="-3660" y="-36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007" y="4713407"/>
            <a:ext cx="38400038" cy="10026815"/>
          </a:xfrm>
        </p:spPr>
        <p:txBody>
          <a:bodyPr anchor="b"/>
          <a:lstStyle>
            <a:lvl1pPr algn="ctr">
              <a:defRPr sz="25197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007" y="15126892"/>
            <a:ext cx="38400038" cy="6953434"/>
          </a:xfrm>
        </p:spPr>
        <p:txBody>
          <a:bodyPr/>
          <a:lstStyle>
            <a:lvl1pPr marL="0" indent="0" algn="ctr">
              <a:buNone/>
              <a:defRPr sz="10079"/>
            </a:lvl1pPr>
            <a:lvl2pPr marL="1920011" indent="0" algn="ctr">
              <a:buNone/>
              <a:defRPr sz="8399"/>
            </a:lvl2pPr>
            <a:lvl3pPr marL="3840023" indent="0" algn="ctr">
              <a:buNone/>
              <a:defRPr sz="7559"/>
            </a:lvl3pPr>
            <a:lvl4pPr marL="5760034" indent="0" algn="ctr">
              <a:buNone/>
              <a:defRPr sz="6719"/>
            </a:lvl4pPr>
            <a:lvl5pPr marL="7680046" indent="0" algn="ctr">
              <a:buNone/>
              <a:defRPr sz="6719"/>
            </a:lvl5pPr>
            <a:lvl6pPr marL="9600057" indent="0" algn="ctr">
              <a:buNone/>
              <a:defRPr sz="6719"/>
            </a:lvl6pPr>
            <a:lvl7pPr marL="11520068" indent="0" algn="ctr">
              <a:buNone/>
              <a:defRPr sz="6719"/>
            </a:lvl7pPr>
            <a:lvl8pPr marL="13440080" indent="0" algn="ctr">
              <a:buNone/>
              <a:defRPr sz="6719"/>
            </a:lvl8pPr>
            <a:lvl9pPr marL="15360091" indent="0" algn="ctr">
              <a:buNone/>
              <a:defRPr sz="6719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671846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15972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3338" y="7180112"/>
            <a:ext cx="44160043" cy="11980175"/>
          </a:xfrm>
        </p:spPr>
        <p:txBody>
          <a:bodyPr anchor="b"/>
          <a:lstStyle>
            <a:lvl1pPr>
              <a:defRPr sz="25197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93338" y="19273624"/>
            <a:ext cx="44160043" cy="6300091"/>
          </a:xfrm>
        </p:spPr>
        <p:txBody>
          <a:bodyPr/>
          <a:lstStyle>
            <a:lvl1pPr marL="0" indent="0">
              <a:buNone/>
              <a:defRPr sz="10079">
                <a:solidFill>
                  <a:schemeClr val="tx1">
                    <a:tint val="75000"/>
                  </a:schemeClr>
                </a:solidFill>
              </a:defRPr>
            </a:lvl1pPr>
            <a:lvl2pPr marL="1920011" indent="0">
              <a:buNone/>
              <a:defRPr sz="8399">
                <a:solidFill>
                  <a:schemeClr val="tx1">
                    <a:tint val="75000"/>
                  </a:schemeClr>
                </a:solidFill>
              </a:defRPr>
            </a:lvl2pPr>
            <a:lvl3pPr marL="3840023" indent="0">
              <a:buNone/>
              <a:defRPr sz="7559">
                <a:solidFill>
                  <a:schemeClr val="tx1">
                    <a:tint val="75000"/>
                  </a:schemeClr>
                </a:solidFill>
              </a:defRPr>
            </a:lvl3pPr>
            <a:lvl4pPr marL="5760034" indent="0">
              <a:buNone/>
              <a:defRPr sz="6719">
                <a:solidFill>
                  <a:schemeClr val="tx1">
                    <a:tint val="75000"/>
                  </a:schemeClr>
                </a:solidFill>
              </a:defRPr>
            </a:lvl4pPr>
            <a:lvl5pPr marL="7680046" indent="0">
              <a:buNone/>
              <a:defRPr sz="6719">
                <a:solidFill>
                  <a:schemeClr val="tx1">
                    <a:tint val="75000"/>
                  </a:schemeClr>
                </a:solidFill>
              </a:defRPr>
            </a:lvl5pPr>
            <a:lvl6pPr marL="9600057" indent="0">
              <a:buNone/>
              <a:defRPr sz="6719">
                <a:solidFill>
                  <a:schemeClr val="tx1">
                    <a:tint val="75000"/>
                  </a:schemeClr>
                </a:solidFill>
              </a:defRPr>
            </a:lvl6pPr>
            <a:lvl7pPr marL="11520068" indent="0">
              <a:buNone/>
              <a:defRPr sz="6719">
                <a:solidFill>
                  <a:schemeClr val="tx1">
                    <a:tint val="75000"/>
                  </a:schemeClr>
                </a:solidFill>
              </a:defRPr>
            </a:lvl7pPr>
            <a:lvl8pPr marL="13440080" indent="0">
              <a:buNone/>
              <a:defRPr sz="6719">
                <a:solidFill>
                  <a:schemeClr val="tx1">
                    <a:tint val="75000"/>
                  </a:schemeClr>
                </a:solidFill>
              </a:defRPr>
            </a:lvl8pPr>
            <a:lvl9pPr marL="15360091" indent="0">
              <a:buNone/>
              <a:defRPr sz="671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7307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520004" y="7666782"/>
            <a:ext cx="21760021" cy="18273605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20025" y="7666782"/>
            <a:ext cx="21760021" cy="18273605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967004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6673" y="1533360"/>
            <a:ext cx="44160043" cy="5566751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6675" y="7060108"/>
            <a:ext cx="21660018" cy="3460049"/>
          </a:xfrm>
        </p:spPr>
        <p:txBody>
          <a:bodyPr anchor="b"/>
          <a:lstStyle>
            <a:lvl1pPr marL="0" indent="0">
              <a:buNone/>
              <a:defRPr sz="10079" b="1"/>
            </a:lvl1pPr>
            <a:lvl2pPr marL="1920011" indent="0">
              <a:buNone/>
              <a:defRPr sz="8399" b="1"/>
            </a:lvl2pPr>
            <a:lvl3pPr marL="3840023" indent="0">
              <a:buNone/>
              <a:defRPr sz="7559" b="1"/>
            </a:lvl3pPr>
            <a:lvl4pPr marL="5760034" indent="0">
              <a:buNone/>
              <a:defRPr sz="6719" b="1"/>
            </a:lvl4pPr>
            <a:lvl5pPr marL="7680046" indent="0">
              <a:buNone/>
              <a:defRPr sz="6719" b="1"/>
            </a:lvl5pPr>
            <a:lvl6pPr marL="9600057" indent="0">
              <a:buNone/>
              <a:defRPr sz="6719" b="1"/>
            </a:lvl6pPr>
            <a:lvl7pPr marL="11520068" indent="0">
              <a:buNone/>
              <a:defRPr sz="6719" b="1"/>
            </a:lvl7pPr>
            <a:lvl8pPr marL="13440080" indent="0">
              <a:buNone/>
              <a:defRPr sz="6719" b="1"/>
            </a:lvl8pPr>
            <a:lvl9pPr marL="15360091" indent="0">
              <a:buNone/>
              <a:defRPr sz="6719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26675" y="10520155"/>
            <a:ext cx="21660018" cy="1547356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920025" y="7060108"/>
            <a:ext cx="21766690" cy="3460049"/>
          </a:xfrm>
        </p:spPr>
        <p:txBody>
          <a:bodyPr anchor="b"/>
          <a:lstStyle>
            <a:lvl1pPr marL="0" indent="0">
              <a:buNone/>
              <a:defRPr sz="10079" b="1"/>
            </a:lvl1pPr>
            <a:lvl2pPr marL="1920011" indent="0">
              <a:buNone/>
              <a:defRPr sz="8399" b="1"/>
            </a:lvl2pPr>
            <a:lvl3pPr marL="3840023" indent="0">
              <a:buNone/>
              <a:defRPr sz="7559" b="1"/>
            </a:lvl3pPr>
            <a:lvl4pPr marL="5760034" indent="0">
              <a:buNone/>
              <a:defRPr sz="6719" b="1"/>
            </a:lvl4pPr>
            <a:lvl5pPr marL="7680046" indent="0">
              <a:buNone/>
              <a:defRPr sz="6719" b="1"/>
            </a:lvl5pPr>
            <a:lvl6pPr marL="9600057" indent="0">
              <a:buNone/>
              <a:defRPr sz="6719" b="1"/>
            </a:lvl6pPr>
            <a:lvl7pPr marL="11520068" indent="0">
              <a:buNone/>
              <a:defRPr sz="6719" b="1"/>
            </a:lvl7pPr>
            <a:lvl8pPr marL="13440080" indent="0">
              <a:buNone/>
              <a:defRPr sz="6719" b="1"/>
            </a:lvl8pPr>
            <a:lvl9pPr marL="15360091" indent="0">
              <a:buNone/>
              <a:defRPr sz="6719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920025" y="10520155"/>
            <a:ext cx="21766690" cy="1547356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16894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731106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162142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6675" y="1920030"/>
            <a:ext cx="16513346" cy="6720099"/>
          </a:xfrm>
        </p:spPr>
        <p:txBody>
          <a:bodyPr anchor="b"/>
          <a:lstStyle>
            <a:lvl1pPr>
              <a:defRPr sz="13438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66691" y="4146732"/>
            <a:ext cx="25920025" cy="20466969"/>
          </a:xfrm>
        </p:spPr>
        <p:txBody>
          <a:bodyPr/>
          <a:lstStyle>
            <a:lvl1pPr>
              <a:defRPr sz="13438"/>
            </a:lvl1pPr>
            <a:lvl2pPr>
              <a:defRPr sz="11759"/>
            </a:lvl2pPr>
            <a:lvl3pPr>
              <a:defRPr sz="10079"/>
            </a:lvl3pPr>
            <a:lvl4pPr>
              <a:defRPr sz="8399"/>
            </a:lvl4pPr>
            <a:lvl5pPr>
              <a:defRPr sz="8399"/>
            </a:lvl5pPr>
            <a:lvl6pPr>
              <a:defRPr sz="8399"/>
            </a:lvl6pPr>
            <a:lvl7pPr>
              <a:defRPr sz="8399"/>
            </a:lvl7pPr>
            <a:lvl8pPr>
              <a:defRPr sz="8399"/>
            </a:lvl8pPr>
            <a:lvl9pPr>
              <a:defRPr sz="8399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6675" y="8640129"/>
            <a:ext cx="16513346" cy="16006905"/>
          </a:xfrm>
        </p:spPr>
        <p:txBody>
          <a:bodyPr/>
          <a:lstStyle>
            <a:lvl1pPr marL="0" indent="0">
              <a:buNone/>
              <a:defRPr sz="6719"/>
            </a:lvl1pPr>
            <a:lvl2pPr marL="1920011" indent="0">
              <a:buNone/>
              <a:defRPr sz="5879"/>
            </a:lvl2pPr>
            <a:lvl3pPr marL="3840023" indent="0">
              <a:buNone/>
              <a:defRPr sz="5039"/>
            </a:lvl3pPr>
            <a:lvl4pPr marL="5760034" indent="0">
              <a:buNone/>
              <a:defRPr sz="4200"/>
            </a:lvl4pPr>
            <a:lvl5pPr marL="7680046" indent="0">
              <a:buNone/>
              <a:defRPr sz="4200"/>
            </a:lvl5pPr>
            <a:lvl6pPr marL="9600057" indent="0">
              <a:buNone/>
              <a:defRPr sz="4200"/>
            </a:lvl6pPr>
            <a:lvl7pPr marL="11520068" indent="0">
              <a:buNone/>
              <a:defRPr sz="4200"/>
            </a:lvl7pPr>
            <a:lvl8pPr marL="13440080" indent="0">
              <a:buNone/>
              <a:defRPr sz="4200"/>
            </a:lvl8pPr>
            <a:lvl9pPr marL="15360091" indent="0">
              <a:buNone/>
              <a:defRPr sz="42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803653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6675" y="1920030"/>
            <a:ext cx="16513346" cy="6720099"/>
          </a:xfrm>
        </p:spPr>
        <p:txBody>
          <a:bodyPr anchor="b"/>
          <a:lstStyle>
            <a:lvl1pPr>
              <a:defRPr sz="13438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766691" y="4146732"/>
            <a:ext cx="25920025" cy="20466969"/>
          </a:xfrm>
        </p:spPr>
        <p:txBody>
          <a:bodyPr anchor="t"/>
          <a:lstStyle>
            <a:lvl1pPr marL="0" indent="0">
              <a:buNone/>
              <a:defRPr sz="13438"/>
            </a:lvl1pPr>
            <a:lvl2pPr marL="1920011" indent="0">
              <a:buNone/>
              <a:defRPr sz="11759"/>
            </a:lvl2pPr>
            <a:lvl3pPr marL="3840023" indent="0">
              <a:buNone/>
              <a:defRPr sz="10079"/>
            </a:lvl3pPr>
            <a:lvl4pPr marL="5760034" indent="0">
              <a:buNone/>
              <a:defRPr sz="8399"/>
            </a:lvl4pPr>
            <a:lvl5pPr marL="7680046" indent="0">
              <a:buNone/>
              <a:defRPr sz="8399"/>
            </a:lvl5pPr>
            <a:lvl6pPr marL="9600057" indent="0">
              <a:buNone/>
              <a:defRPr sz="8399"/>
            </a:lvl6pPr>
            <a:lvl7pPr marL="11520068" indent="0">
              <a:buNone/>
              <a:defRPr sz="8399"/>
            </a:lvl7pPr>
            <a:lvl8pPr marL="13440080" indent="0">
              <a:buNone/>
              <a:defRPr sz="8399"/>
            </a:lvl8pPr>
            <a:lvl9pPr marL="15360091" indent="0">
              <a:buNone/>
              <a:defRPr sz="8399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6675" y="8640129"/>
            <a:ext cx="16513346" cy="16006905"/>
          </a:xfrm>
        </p:spPr>
        <p:txBody>
          <a:bodyPr/>
          <a:lstStyle>
            <a:lvl1pPr marL="0" indent="0">
              <a:buNone/>
              <a:defRPr sz="6719"/>
            </a:lvl1pPr>
            <a:lvl2pPr marL="1920011" indent="0">
              <a:buNone/>
              <a:defRPr sz="5879"/>
            </a:lvl2pPr>
            <a:lvl3pPr marL="3840023" indent="0">
              <a:buNone/>
              <a:defRPr sz="5039"/>
            </a:lvl3pPr>
            <a:lvl4pPr marL="5760034" indent="0">
              <a:buNone/>
              <a:defRPr sz="4200"/>
            </a:lvl4pPr>
            <a:lvl5pPr marL="7680046" indent="0">
              <a:buNone/>
              <a:defRPr sz="4200"/>
            </a:lvl5pPr>
            <a:lvl6pPr marL="9600057" indent="0">
              <a:buNone/>
              <a:defRPr sz="4200"/>
            </a:lvl6pPr>
            <a:lvl7pPr marL="11520068" indent="0">
              <a:buNone/>
              <a:defRPr sz="4200"/>
            </a:lvl7pPr>
            <a:lvl8pPr marL="13440080" indent="0">
              <a:buNone/>
              <a:defRPr sz="4200"/>
            </a:lvl8pPr>
            <a:lvl9pPr marL="15360091" indent="0">
              <a:buNone/>
              <a:defRPr sz="42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82128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147665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640037" y="1533358"/>
            <a:ext cx="11040011" cy="24407029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520002" y="1533358"/>
            <a:ext cx="32480032" cy="24407029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917725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20005" y="1533360"/>
            <a:ext cx="44160043" cy="55667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0005" y="7666782"/>
            <a:ext cx="44160043" cy="182736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20005" y="26693729"/>
            <a:ext cx="11520011" cy="15333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03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62B505-841C-4C89-B392-8F545B9B6E7F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60018" y="26693729"/>
            <a:ext cx="17280017" cy="15333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03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160035" y="26693729"/>
            <a:ext cx="11520011" cy="15333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03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7E1FCA55-1A9B-DBF8-2845-15C380F0083F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23060025" y="27893745"/>
            <a:ext cx="5200005" cy="205121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pt-BR" sz="1333">
                <a:solidFill>
                  <a:srgbClr val="0000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This content is Internal.</a:t>
            </a:r>
          </a:p>
        </p:txBody>
      </p:sp>
    </p:spTree>
    <p:extLst>
      <p:ext uri="{BB962C8B-B14F-4D97-AF65-F5344CB8AC3E}">
        <p14:creationId xmlns:p14="http://schemas.microsoft.com/office/powerpoint/2010/main" val="3107819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3840023" rtl="0" eaLnBrk="1" latinLnBrk="0" hangingPunct="1">
        <a:lnSpc>
          <a:spcPct val="90000"/>
        </a:lnSpc>
        <a:spcBef>
          <a:spcPct val="0"/>
        </a:spcBef>
        <a:buNone/>
        <a:defRPr sz="1847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60006" indent="-960006" algn="l" defTabSz="3840023" rtl="0" eaLnBrk="1" latinLnBrk="0" hangingPunct="1">
        <a:lnSpc>
          <a:spcPct val="90000"/>
        </a:lnSpc>
        <a:spcBef>
          <a:spcPts val="4200"/>
        </a:spcBef>
        <a:buFont typeface="Arial" panose="020B0604020202020204" pitchFamily="34" charset="0"/>
        <a:buChar char="•"/>
        <a:defRPr sz="11759" kern="1200">
          <a:solidFill>
            <a:schemeClr val="tx1"/>
          </a:solidFill>
          <a:latin typeface="+mn-lt"/>
          <a:ea typeface="+mn-ea"/>
          <a:cs typeface="+mn-cs"/>
        </a:defRPr>
      </a:lvl1pPr>
      <a:lvl2pPr marL="2880017" indent="-960006" algn="l" defTabSz="3840023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10079" kern="1200">
          <a:solidFill>
            <a:schemeClr val="tx1"/>
          </a:solidFill>
          <a:latin typeface="+mn-lt"/>
          <a:ea typeface="+mn-ea"/>
          <a:cs typeface="+mn-cs"/>
        </a:defRPr>
      </a:lvl2pPr>
      <a:lvl3pPr marL="4800029" indent="-960006" algn="l" defTabSz="3840023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8399" kern="1200">
          <a:solidFill>
            <a:schemeClr val="tx1"/>
          </a:solidFill>
          <a:latin typeface="+mn-lt"/>
          <a:ea typeface="+mn-ea"/>
          <a:cs typeface="+mn-cs"/>
        </a:defRPr>
      </a:lvl3pPr>
      <a:lvl4pPr marL="6720040" indent="-960006" algn="l" defTabSz="3840023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7559" kern="1200">
          <a:solidFill>
            <a:schemeClr val="tx1"/>
          </a:solidFill>
          <a:latin typeface="+mn-lt"/>
          <a:ea typeface="+mn-ea"/>
          <a:cs typeface="+mn-cs"/>
        </a:defRPr>
      </a:lvl4pPr>
      <a:lvl5pPr marL="8640051" indent="-960006" algn="l" defTabSz="3840023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7559" kern="1200">
          <a:solidFill>
            <a:schemeClr val="tx1"/>
          </a:solidFill>
          <a:latin typeface="+mn-lt"/>
          <a:ea typeface="+mn-ea"/>
          <a:cs typeface="+mn-cs"/>
        </a:defRPr>
      </a:lvl5pPr>
      <a:lvl6pPr marL="10560063" indent="-960006" algn="l" defTabSz="3840023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7559" kern="1200">
          <a:solidFill>
            <a:schemeClr val="tx1"/>
          </a:solidFill>
          <a:latin typeface="+mn-lt"/>
          <a:ea typeface="+mn-ea"/>
          <a:cs typeface="+mn-cs"/>
        </a:defRPr>
      </a:lvl6pPr>
      <a:lvl7pPr marL="12480074" indent="-960006" algn="l" defTabSz="3840023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7559" kern="1200">
          <a:solidFill>
            <a:schemeClr val="tx1"/>
          </a:solidFill>
          <a:latin typeface="+mn-lt"/>
          <a:ea typeface="+mn-ea"/>
          <a:cs typeface="+mn-cs"/>
        </a:defRPr>
      </a:lvl7pPr>
      <a:lvl8pPr marL="14400086" indent="-960006" algn="l" defTabSz="3840023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7559" kern="1200">
          <a:solidFill>
            <a:schemeClr val="tx1"/>
          </a:solidFill>
          <a:latin typeface="+mn-lt"/>
          <a:ea typeface="+mn-ea"/>
          <a:cs typeface="+mn-cs"/>
        </a:defRPr>
      </a:lvl8pPr>
      <a:lvl9pPr marL="16320097" indent="-960006" algn="l" defTabSz="3840023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755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1pPr>
      <a:lvl2pPr marL="1920011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2pPr>
      <a:lvl3pPr marL="3840023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3pPr>
      <a:lvl4pPr marL="5760034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4pPr>
      <a:lvl5pPr marL="7680046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5pPr>
      <a:lvl6pPr marL="9600057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6pPr>
      <a:lvl7pPr marL="11520068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7pPr>
      <a:lvl8pPr marL="13440080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8pPr>
      <a:lvl9pPr marL="15360091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A7BF9-83B2-852A-A161-C0CD462C8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D762C590-A456-EFBF-6045-4D09FBB9AA19}"/>
              </a:ext>
            </a:extLst>
          </p:cNvPr>
          <p:cNvSpPr/>
          <p:nvPr/>
        </p:nvSpPr>
        <p:spPr>
          <a:xfrm>
            <a:off x="17472027" y="9852690"/>
            <a:ext cx="16255996" cy="9119542"/>
          </a:xfrm>
          <a:prstGeom prst="roundRect">
            <a:avLst>
              <a:gd name="adj" fmla="val 3334"/>
            </a:avLst>
          </a:prstGeom>
          <a:solidFill>
            <a:srgbClr val="F5F7F9"/>
          </a:solidFill>
          <a:ln>
            <a:solidFill>
              <a:srgbClr val="F5F7F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D1169F5E-867B-0A28-68AC-7DB157D376BF}"/>
              </a:ext>
            </a:extLst>
          </p:cNvPr>
          <p:cNvSpPr/>
          <p:nvPr/>
        </p:nvSpPr>
        <p:spPr>
          <a:xfrm>
            <a:off x="17587321" y="9925420"/>
            <a:ext cx="995739" cy="9046812"/>
          </a:xfrm>
          <a:prstGeom prst="roundRect">
            <a:avLst>
              <a:gd name="adj" fmla="val 24349"/>
            </a:avLst>
          </a:prstGeom>
          <a:gradFill flip="none" rotWithShape="1">
            <a:gsLst>
              <a:gs pos="0">
                <a:srgbClr val="05324B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solidFill>
              <a:srgbClr val="074365"/>
            </a:solidFill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endParaRPr lang="pt-BR" sz="3467" dirty="0">
              <a:solidFill>
                <a:schemeClr val="bg1"/>
              </a:solidFill>
              <a:latin typeface="Din"/>
            </a:endParaRPr>
          </a:p>
        </p:txBody>
      </p:sp>
      <p:grpSp>
        <p:nvGrpSpPr>
          <p:cNvPr id="23" name="Agrupar 22">
            <a:extLst>
              <a:ext uri="{FF2B5EF4-FFF2-40B4-BE49-F238E27FC236}">
                <a16:creationId xmlns:a16="http://schemas.microsoft.com/office/drawing/2014/main" id="{DBD0783E-CEDB-EFFC-510E-96F00A1F10BC}"/>
              </a:ext>
            </a:extLst>
          </p:cNvPr>
          <p:cNvGrpSpPr/>
          <p:nvPr/>
        </p:nvGrpSpPr>
        <p:grpSpPr>
          <a:xfrm>
            <a:off x="18698354" y="9925420"/>
            <a:ext cx="14918545" cy="995739"/>
            <a:chOff x="18680926" y="9879347"/>
            <a:chExt cx="14002071" cy="1122481"/>
          </a:xfrm>
        </p:grpSpPr>
        <p:sp>
          <p:nvSpPr>
            <p:cNvPr id="6" name="Retângulo: Cantos Arredondados 5">
              <a:extLst>
                <a:ext uri="{FF2B5EF4-FFF2-40B4-BE49-F238E27FC236}">
                  <a16:creationId xmlns:a16="http://schemas.microsoft.com/office/drawing/2014/main" id="{5D1B0545-E46C-4D76-E185-852F47E9B952}"/>
                </a:ext>
              </a:extLst>
            </p:cNvPr>
            <p:cNvSpPr/>
            <p:nvPr/>
          </p:nvSpPr>
          <p:spPr>
            <a:xfrm rot="16200000">
              <a:off x="25120721" y="3439552"/>
              <a:ext cx="1122481" cy="14002071"/>
            </a:xfrm>
            <a:prstGeom prst="roundRect">
              <a:avLst>
                <a:gd name="adj" fmla="val 24349"/>
              </a:avLst>
            </a:prstGeom>
            <a:gradFill flip="none" rotWithShape="1">
              <a:gsLst>
                <a:gs pos="0">
                  <a:srgbClr val="05324B"/>
                </a:gs>
                <a:gs pos="62000">
                  <a:srgbClr val="032030"/>
                </a:gs>
                <a:gs pos="76000">
                  <a:srgbClr val="032030"/>
                </a:gs>
                <a:gs pos="100000">
                  <a:srgbClr val="032030"/>
                </a:gs>
              </a:gsLst>
              <a:lin ang="2700000" scaled="1"/>
              <a:tileRect/>
            </a:gradFill>
            <a:ln>
              <a:solidFill>
                <a:srgbClr val="074365"/>
              </a:solidFill>
            </a:ln>
            <a:effectLst>
              <a:outerShdw blurRad="50800" dist="38100" dir="3300000" algn="t" rotWithShape="0">
                <a:schemeClr val="bg1"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endParaRPr lang="pt-BR" sz="3467" dirty="0">
                <a:solidFill>
                  <a:schemeClr val="bg1"/>
                </a:solidFill>
                <a:latin typeface="Din"/>
              </a:endParaRPr>
            </a:p>
          </p:txBody>
        </p:sp>
        <p:sp>
          <p:nvSpPr>
            <p:cNvPr id="3" name="CaixaDeTexto 2">
              <a:extLst>
                <a:ext uri="{FF2B5EF4-FFF2-40B4-BE49-F238E27FC236}">
                  <a16:creationId xmlns:a16="http://schemas.microsoft.com/office/drawing/2014/main" id="{6BB21F92-799C-7CFC-3B02-FE0E0585FDFA}"/>
                </a:ext>
              </a:extLst>
            </p:cNvPr>
            <p:cNvSpPr txBox="1"/>
            <p:nvPr/>
          </p:nvSpPr>
          <p:spPr>
            <a:xfrm>
              <a:off x="18891466" y="10005809"/>
              <a:ext cx="13791531" cy="5898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2800" b="1" dirty="0">
                  <a:solidFill>
                    <a:schemeClr val="bg1"/>
                  </a:solidFill>
                  <a:latin typeface="Din"/>
                </a:rPr>
                <a:t>Sales Insights – Visão Executiva</a:t>
              </a:r>
            </a:p>
          </p:txBody>
        </p:sp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7598B92C-FD88-C6BE-A4A0-3620EF395904}"/>
                </a:ext>
              </a:extLst>
            </p:cNvPr>
            <p:cNvSpPr txBox="1"/>
            <p:nvPr/>
          </p:nvSpPr>
          <p:spPr>
            <a:xfrm>
              <a:off x="18891466" y="10581735"/>
              <a:ext cx="13791531" cy="3469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chemeClr val="bg2">
                      <a:lumMod val="90000"/>
                    </a:schemeClr>
                  </a:solidFill>
                  <a:latin typeface="Din"/>
                </a:rPr>
                <a:t>Bimbo Brasil</a:t>
              </a:r>
              <a:r>
                <a:rPr lang="pt-BR" sz="1400" b="0" i="0" dirty="0">
                  <a:solidFill>
                    <a:schemeClr val="bg2">
                      <a:lumMod val="90000"/>
                    </a:schemeClr>
                  </a:solidFill>
                  <a:effectLst/>
                  <a:latin typeface="Segoe UI" panose="020B0502040204020203" pitchFamily="34" charset="0"/>
                </a:rPr>
                <a:t> · Controladoria DNA</a:t>
              </a:r>
              <a:endParaRPr lang="pt-BR" sz="1400" dirty="0">
                <a:solidFill>
                  <a:schemeClr val="bg2">
                    <a:lumMod val="90000"/>
                  </a:schemeClr>
                </a:solidFill>
                <a:latin typeface="Din"/>
              </a:endParaRPr>
            </a:p>
          </p:txBody>
        </p:sp>
      </p:grpSp>
      <p:pic>
        <p:nvPicPr>
          <p:cNvPr id="66" name="Imagem 65" descr="Ícone&#10;&#10;O conteúdo gerado por IA pode estar incorreto.">
            <a:extLst>
              <a:ext uri="{FF2B5EF4-FFF2-40B4-BE49-F238E27FC236}">
                <a16:creationId xmlns:a16="http://schemas.microsoft.com/office/drawing/2014/main" id="{CB381AAB-8552-7FB7-A48E-390A782E900F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39" y="13678050"/>
            <a:ext cx="532661" cy="532661"/>
          </a:xfrm>
          <a:prstGeom prst="rect">
            <a:avLst/>
          </a:prstGeom>
        </p:spPr>
      </p:pic>
      <p:pic>
        <p:nvPicPr>
          <p:cNvPr id="67" name="Imagem 66" descr="Ícone&#10;&#10;O conteúdo gerado por IA pode estar incorreto.">
            <a:extLst>
              <a:ext uri="{FF2B5EF4-FFF2-40B4-BE49-F238E27FC236}">
                <a16:creationId xmlns:a16="http://schemas.microsoft.com/office/drawing/2014/main" id="{0F9ABD0C-BD0F-D960-4787-953D9EB8A1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1586643"/>
            <a:ext cx="532661" cy="532661"/>
          </a:xfrm>
          <a:prstGeom prst="rect">
            <a:avLst/>
          </a:prstGeom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</p:pic>
      <p:pic>
        <p:nvPicPr>
          <p:cNvPr id="68" name="Imagem 67" descr="Ícone&#10;&#10;O conteúdo gerado por IA pode estar incorreto.">
            <a:extLst>
              <a:ext uri="{FF2B5EF4-FFF2-40B4-BE49-F238E27FC236}">
                <a16:creationId xmlns:a16="http://schemas.microsoft.com/office/drawing/2014/main" id="{471D48B9-163C-C64A-26DE-D0FD6C3C176D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2646861"/>
            <a:ext cx="532660" cy="532660"/>
          </a:xfrm>
          <a:prstGeom prst="rect">
            <a:avLst/>
          </a:prstGeom>
        </p:spPr>
      </p:pic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BBAD60BD-161D-7BA3-D129-B0C630C6E1EA}"/>
              </a:ext>
            </a:extLst>
          </p:cNvPr>
          <p:cNvSpPr/>
          <p:nvPr/>
        </p:nvSpPr>
        <p:spPr>
          <a:xfrm>
            <a:off x="18712533" y="12692151"/>
            <a:ext cx="7387446" cy="3037120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6DD85015-A27E-90C9-5F03-CA4F858F0BFD}"/>
              </a:ext>
            </a:extLst>
          </p:cNvPr>
          <p:cNvSpPr/>
          <p:nvPr/>
        </p:nvSpPr>
        <p:spPr>
          <a:xfrm>
            <a:off x="26218798" y="12588657"/>
            <a:ext cx="7387446" cy="6326672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9614608D-5A80-F06D-D026-FE9692B66E79}"/>
              </a:ext>
            </a:extLst>
          </p:cNvPr>
          <p:cNvSpPr/>
          <p:nvPr/>
        </p:nvSpPr>
        <p:spPr>
          <a:xfrm>
            <a:off x="18709573" y="15841810"/>
            <a:ext cx="7387446" cy="3037120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21" name="Imagem 20" descr="Ícone&#10;&#10;O conteúdo gerado por IA pode estar incorreto.">
            <a:extLst>
              <a:ext uri="{FF2B5EF4-FFF2-40B4-BE49-F238E27FC236}">
                <a16:creationId xmlns:a16="http://schemas.microsoft.com/office/drawing/2014/main" id="{8C5C0B3E-5D3D-C23B-388D-B9E3AE4CC77C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14027" y="10066769"/>
            <a:ext cx="713039" cy="713039"/>
          </a:xfrm>
          <a:prstGeom prst="rect">
            <a:avLst/>
          </a:prstGeom>
        </p:spPr>
      </p:pic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59D9796C-26DA-572B-9F35-9683714ACBCF}"/>
              </a:ext>
            </a:extLst>
          </p:cNvPr>
          <p:cNvSpPr/>
          <p:nvPr/>
        </p:nvSpPr>
        <p:spPr>
          <a:xfrm>
            <a:off x="23721019" y="11068944"/>
            <a:ext cx="2376000" cy="1519713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50A63148-46F2-1B39-4E5B-49E6AED36A59}"/>
              </a:ext>
            </a:extLst>
          </p:cNvPr>
          <p:cNvSpPr/>
          <p:nvPr/>
        </p:nvSpPr>
        <p:spPr>
          <a:xfrm>
            <a:off x="21215296" y="11081482"/>
            <a:ext cx="2376000" cy="1519713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6E1761A0-E542-5D0A-765B-B18202975CB0}"/>
              </a:ext>
            </a:extLst>
          </p:cNvPr>
          <p:cNvSpPr/>
          <p:nvPr/>
        </p:nvSpPr>
        <p:spPr>
          <a:xfrm>
            <a:off x="18709573" y="11068944"/>
            <a:ext cx="2376000" cy="1519713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7" name="Seta: Pentágono 6">
            <a:extLst>
              <a:ext uri="{FF2B5EF4-FFF2-40B4-BE49-F238E27FC236}">
                <a16:creationId xmlns:a16="http://schemas.microsoft.com/office/drawing/2014/main" id="{08C500DE-A060-8820-C04E-D08482B5973E}"/>
              </a:ext>
            </a:extLst>
          </p:cNvPr>
          <p:cNvSpPr/>
          <p:nvPr/>
        </p:nvSpPr>
        <p:spPr>
          <a:xfrm rot="10800000">
            <a:off x="26795705" y="11169260"/>
            <a:ext cx="6233632" cy="1171295"/>
          </a:xfrm>
          <a:prstGeom prst="homePlate">
            <a:avLst>
              <a:gd name="adj" fmla="val 30173"/>
            </a:avLst>
          </a:prstGeom>
          <a:solidFill>
            <a:srgbClr val="032233"/>
          </a:solidFill>
          <a:ln>
            <a:solidFill>
              <a:srgbClr val="0322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52499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21967-48F6-5F5D-5546-7473F12F1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528A102B-E854-823A-7A5F-34F9066784A5}"/>
              </a:ext>
            </a:extLst>
          </p:cNvPr>
          <p:cNvSpPr/>
          <p:nvPr/>
        </p:nvSpPr>
        <p:spPr>
          <a:xfrm>
            <a:off x="17472027" y="9852690"/>
            <a:ext cx="16255996" cy="9119542"/>
          </a:xfrm>
          <a:prstGeom prst="roundRect">
            <a:avLst>
              <a:gd name="adj" fmla="val 3334"/>
            </a:avLst>
          </a:prstGeom>
          <a:solidFill>
            <a:srgbClr val="F5F7F9"/>
          </a:solidFill>
          <a:ln>
            <a:solidFill>
              <a:srgbClr val="F5F7F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E5F4AB32-BE32-539C-8FAC-E0CD96D3AC88}"/>
              </a:ext>
            </a:extLst>
          </p:cNvPr>
          <p:cNvSpPr/>
          <p:nvPr/>
        </p:nvSpPr>
        <p:spPr>
          <a:xfrm>
            <a:off x="17587321" y="9925420"/>
            <a:ext cx="995739" cy="9046812"/>
          </a:xfrm>
          <a:prstGeom prst="roundRect">
            <a:avLst>
              <a:gd name="adj" fmla="val 24349"/>
            </a:avLst>
          </a:prstGeom>
          <a:gradFill flip="none" rotWithShape="1">
            <a:gsLst>
              <a:gs pos="0">
                <a:srgbClr val="05324B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solidFill>
              <a:srgbClr val="074365"/>
            </a:solidFill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endParaRPr lang="pt-BR" sz="3467" dirty="0">
              <a:solidFill>
                <a:schemeClr val="bg1"/>
              </a:solidFill>
              <a:latin typeface="Din"/>
            </a:endParaRPr>
          </a:p>
        </p:txBody>
      </p:sp>
      <p:grpSp>
        <p:nvGrpSpPr>
          <p:cNvPr id="23" name="Agrupar 22">
            <a:extLst>
              <a:ext uri="{FF2B5EF4-FFF2-40B4-BE49-F238E27FC236}">
                <a16:creationId xmlns:a16="http://schemas.microsoft.com/office/drawing/2014/main" id="{2FC14F31-BB60-7EF9-FE08-A7DD813F29E3}"/>
              </a:ext>
            </a:extLst>
          </p:cNvPr>
          <p:cNvGrpSpPr/>
          <p:nvPr/>
        </p:nvGrpSpPr>
        <p:grpSpPr>
          <a:xfrm>
            <a:off x="18698354" y="9925420"/>
            <a:ext cx="14918545" cy="995739"/>
            <a:chOff x="18680926" y="9879347"/>
            <a:chExt cx="14002071" cy="1122481"/>
          </a:xfrm>
        </p:grpSpPr>
        <p:sp>
          <p:nvSpPr>
            <p:cNvPr id="6" name="Retângulo: Cantos Arredondados 5">
              <a:extLst>
                <a:ext uri="{FF2B5EF4-FFF2-40B4-BE49-F238E27FC236}">
                  <a16:creationId xmlns:a16="http://schemas.microsoft.com/office/drawing/2014/main" id="{9D31944B-14C7-4E18-F6A6-70ACC1AC94E5}"/>
                </a:ext>
              </a:extLst>
            </p:cNvPr>
            <p:cNvSpPr/>
            <p:nvPr/>
          </p:nvSpPr>
          <p:spPr>
            <a:xfrm rot="16200000">
              <a:off x="25120721" y="3439552"/>
              <a:ext cx="1122481" cy="14002071"/>
            </a:xfrm>
            <a:prstGeom prst="roundRect">
              <a:avLst>
                <a:gd name="adj" fmla="val 24349"/>
              </a:avLst>
            </a:prstGeom>
            <a:gradFill flip="none" rotWithShape="1">
              <a:gsLst>
                <a:gs pos="0">
                  <a:srgbClr val="05324B"/>
                </a:gs>
                <a:gs pos="62000">
                  <a:srgbClr val="032030"/>
                </a:gs>
                <a:gs pos="76000">
                  <a:srgbClr val="032030"/>
                </a:gs>
                <a:gs pos="100000">
                  <a:srgbClr val="032030"/>
                </a:gs>
              </a:gsLst>
              <a:lin ang="2700000" scaled="1"/>
              <a:tileRect/>
            </a:gradFill>
            <a:ln>
              <a:solidFill>
                <a:srgbClr val="074365"/>
              </a:solidFill>
            </a:ln>
            <a:effectLst>
              <a:outerShdw blurRad="50800" dist="38100" dir="3300000" algn="t" rotWithShape="0">
                <a:schemeClr val="bg1"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endParaRPr lang="pt-BR" sz="3467" dirty="0">
                <a:solidFill>
                  <a:schemeClr val="bg1"/>
                </a:solidFill>
                <a:latin typeface="Din"/>
              </a:endParaRPr>
            </a:p>
          </p:txBody>
        </p:sp>
        <p:sp>
          <p:nvSpPr>
            <p:cNvPr id="3" name="CaixaDeTexto 2">
              <a:extLst>
                <a:ext uri="{FF2B5EF4-FFF2-40B4-BE49-F238E27FC236}">
                  <a16:creationId xmlns:a16="http://schemas.microsoft.com/office/drawing/2014/main" id="{6F983C59-3490-77F2-9F5C-70F30D6BD00E}"/>
                </a:ext>
              </a:extLst>
            </p:cNvPr>
            <p:cNvSpPr txBox="1"/>
            <p:nvPr/>
          </p:nvSpPr>
          <p:spPr>
            <a:xfrm>
              <a:off x="18891466" y="10005809"/>
              <a:ext cx="13791531" cy="5898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2800" b="1" dirty="0">
                  <a:solidFill>
                    <a:schemeClr val="bg1"/>
                  </a:solidFill>
                  <a:latin typeface="Din"/>
                </a:rPr>
                <a:t>Sales Insights – Visão Executiva</a:t>
              </a:r>
            </a:p>
          </p:txBody>
        </p:sp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D8D03623-5A3E-D1FF-5AAB-FD437D17C5A0}"/>
                </a:ext>
              </a:extLst>
            </p:cNvPr>
            <p:cNvSpPr txBox="1"/>
            <p:nvPr/>
          </p:nvSpPr>
          <p:spPr>
            <a:xfrm>
              <a:off x="18891466" y="10581735"/>
              <a:ext cx="13791531" cy="3469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chemeClr val="bg2">
                      <a:lumMod val="90000"/>
                    </a:schemeClr>
                  </a:solidFill>
                  <a:latin typeface="Din"/>
                </a:rPr>
                <a:t>Bimbo Brasil</a:t>
              </a:r>
              <a:r>
                <a:rPr lang="pt-BR" sz="1400" b="0" i="0" dirty="0">
                  <a:solidFill>
                    <a:schemeClr val="bg2">
                      <a:lumMod val="90000"/>
                    </a:schemeClr>
                  </a:solidFill>
                  <a:effectLst/>
                  <a:latin typeface="Segoe UI" panose="020B0502040204020203" pitchFamily="34" charset="0"/>
                </a:rPr>
                <a:t> · Controladoria DNA</a:t>
              </a:r>
              <a:endParaRPr lang="pt-BR" sz="1400" dirty="0">
                <a:solidFill>
                  <a:schemeClr val="bg2">
                    <a:lumMod val="90000"/>
                  </a:schemeClr>
                </a:solidFill>
                <a:latin typeface="Din"/>
              </a:endParaRPr>
            </a:p>
          </p:txBody>
        </p:sp>
      </p:grp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CAE74EBC-53D2-1E80-5375-5171DA6C5336}"/>
              </a:ext>
            </a:extLst>
          </p:cNvPr>
          <p:cNvSpPr/>
          <p:nvPr/>
        </p:nvSpPr>
        <p:spPr>
          <a:xfrm>
            <a:off x="26214261" y="11901714"/>
            <a:ext cx="7387446" cy="3784005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66" name="Imagem 65" descr="Ícone&#10;&#10;O conteúdo gerado por IA pode estar incorreto.">
            <a:extLst>
              <a:ext uri="{FF2B5EF4-FFF2-40B4-BE49-F238E27FC236}">
                <a16:creationId xmlns:a16="http://schemas.microsoft.com/office/drawing/2014/main" id="{2C9BA935-ED33-C219-A52C-1D74FC9541E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39" y="13678050"/>
            <a:ext cx="532661" cy="532661"/>
          </a:xfrm>
          <a:prstGeom prst="rect">
            <a:avLst/>
          </a:prstGeom>
        </p:spPr>
      </p:pic>
      <p:pic>
        <p:nvPicPr>
          <p:cNvPr id="67" name="Imagem 66" descr="Ícone&#10;&#10;O conteúdo gerado por IA pode estar incorreto.">
            <a:extLst>
              <a:ext uri="{FF2B5EF4-FFF2-40B4-BE49-F238E27FC236}">
                <a16:creationId xmlns:a16="http://schemas.microsoft.com/office/drawing/2014/main" id="{457B4667-32B5-746C-62BE-CA1D5A6617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1586643"/>
            <a:ext cx="532661" cy="532661"/>
          </a:xfrm>
          <a:prstGeom prst="rect">
            <a:avLst/>
          </a:prstGeom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</p:pic>
      <p:pic>
        <p:nvPicPr>
          <p:cNvPr id="68" name="Imagem 67" descr="Ícone&#10;&#10;O conteúdo gerado por IA pode estar incorreto.">
            <a:extLst>
              <a:ext uri="{FF2B5EF4-FFF2-40B4-BE49-F238E27FC236}">
                <a16:creationId xmlns:a16="http://schemas.microsoft.com/office/drawing/2014/main" id="{2A320EF5-9884-F6B5-69B5-1414AA298CB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2646861"/>
            <a:ext cx="532660" cy="532660"/>
          </a:xfrm>
          <a:prstGeom prst="rect">
            <a:avLst/>
          </a:prstGeom>
        </p:spPr>
      </p:pic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C60CE8CE-695C-54D9-BE01-4EEA20839CBD}"/>
              </a:ext>
            </a:extLst>
          </p:cNvPr>
          <p:cNvSpPr/>
          <p:nvPr/>
        </p:nvSpPr>
        <p:spPr>
          <a:xfrm>
            <a:off x="18712533" y="12692151"/>
            <a:ext cx="7387446" cy="3037120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1D747E49-2A6B-9CBF-440F-66B756C33731}"/>
              </a:ext>
            </a:extLst>
          </p:cNvPr>
          <p:cNvSpPr/>
          <p:nvPr/>
        </p:nvSpPr>
        <p:spPr>
          <a:xfrm>
            <a:off x="26218798" y="15841809"/>
            <a:ext cx="7387446" cy="3073519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C8833372-8093-8951-810A-C2CE5F8F872A}"/>
              </a:ext>
            </a:extLst>
          </p:cNvPr>
          <p:cNvSpPr/>
          <p:nvPr/>
        </p:nvSpPr>
        <p:spPr>
          <a:xfrm>
            <a:off x="18709573" y="15841810"/>
            <a:ext cx="7387446" cy="3037120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21" name="Imagem 20" descr="Ícone&#10;&#10;O conteúdo gerado por IA pode estar incorreto.">
            <a:extLst>
              <a:ext uri="{FF2B5EF4-FFF2-40B4-BE49-F238E27FC236}">
                <a16:creationId xmlns:a16="http://schemas.microsoft.com/office/drawing/2014/main" id="{B9387C74-A25E-0E9D-CDA0-AEB2C15C6670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14027" y="10066769"/>
            <a:ext cx="713039" cy="713039"/>
          </a:xfrm>
          <a:prstGeom prst="rect">
            <a:avLst/>
          </a:prstGeom>
        </p:spPr>
      </p:pic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E892C02A-821A-0E5F-92BF-7BCA54B48277}"/>
              </a:ext>
            </a:extLst>
          </p:cNvPr>
          <p:cNvSpPr/>
          <p:nvPr/>
        </p:nvSpPr>
        <p:spPr>
          <a:xfrm>
            <a:off x="23721019" y="11081482"/>
            <a:ext cx="2376000" cy="1519713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6F73D931-1998-A92D-F16D-8176CE104DD2}"/>
              </a:ext>
            </a:extLst>
          </p:cNvPr>
          <p:cNvSpPr/>
          <p:nvPr/>
        </p:nvSpPr>
        <p:spPr>
          <a:xfrm>
            <a:off x="21215296" y="11081482"/>
            <a:ext cx="2376000" cy="1519713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CEFC32F4-7EBC-CBFC-B627-BD844362B552}"/>
              </a:ext>
            </a:extLst>
          </p:cNvPr>
          <p:cNvSpPr/>
          <p:nvPr/>
        </p:nvSpPr>
        <p:spPr>
          <a:xfrm>
            <a:off x="18709573" y="11068944"/>
            <a:ext cx="2376000" cy="1519713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6636342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BF4CB-7A59-C23D-8275-AEDCAB30A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B85139BC-A3E7-8080-4CE3-A574D280494C}"/>
              </a:ext>
            </a:extLst>
          </p:cNvPr>
          <p:cNvSpPr/>
          <p:nvPr/>
        </p:nvSpPr>
        <p:spPr>
          <a:xfrm>
            <a:off x="17472027" y="9852690"/>
            <a:ext cx="16255996" cy="9119542"/>
          </a:xfrm>
          <a:prstGeom prst="roundRect">
            <a:avLst>
              <a:gd name="adj" fmla="val 3334"/>
            </a:avLst>
          </a:prstGeom>
          <a:solidFill>
            <a:srgbClr val="F5F7F9"/>
          </a:solidFill>
          <a:ln>
            <a:solidFill>
              <a:srgbClr val="F5F7F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B89421A9-E410-D9C6-FB2F-65B7D9455C4A}"/>
              </a:ext>
            </a:extLst>
          </p:cNvPr>
          <p:cNvSpPr/>
          <p:nvPr/>
        </p:nvSpPr>
        <p:spPr>
          <a:xfrm>
            <a:off x="17587321" y="9925420"/>
            <a:ext cx="995739" cy="9046812"/>
          </a:xfrm>
          <a:prstGeom prst="roundRect">
            <a:avLst>
              <a:gd name="adj" fmla="val 24349"/>
            </a:avLst>
          </a:prstGeom>
          <a:gradFill flip="none" rotWithShape="1">
            <a:gsLst>
              <a:gs pos="0">
                <a:srgbClr val="05324B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solidFill>
              <a:srgbClr val="074365"/>
            </a:solidFill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endParaRPr lang="pt-BR" sz="3467" dirty="0">
              <a:solidFill>
                <a:schemeClr val="bg1"/>
              </a:solidFill>
              <a:latin typeface="Din"/>
            </a:endParaRPr>
          </a:p>
        </p:txBody>
      </p:sp>
      <p:grpSp>
        <p:nvGrpSpPr>
          <p:cNvPr id="23" name="Agrupar 22">
            <a:extLst>
              <a:ext uri="{FF2B5EF4-FFF2-40B4-BE49-F238E27FC236}">
                <a16:creationId xmlns:a16="http://schemas.microsoft.com/office/drawing/2014/main" id="{7C2F52E4-B050-882E-7E74-F7A685B0F9A3}"/>
              </a:ext>
            </a:extLst>
          </p:cNvPr>
          <p:cNvGrpSpPr/>
          <p:nvPr/>
        </p:nvGrpSpPr>
        <p:grpSpPr>
          <a:xfrm>
            <a:off x="18698354" y="9925420"/>
            <a:ext cx="14918545" cy="995739"/>
            <a:chOff x="18680926" y="9879347"/>
            <a:chExt cx="14002071" cy="1122481"/>
          </a:xfrm>
        </p:grpSpPr>
        <p:sp>
          <p:nvSpPr>
            <p:cNvPr id="6" name="Retângulo: Cantos Arredondados 5">
              <a:extLst>
                <a:ext uri="{FF2B5EF4-FFF2-40B4-BE49-F238E27FC236}">
                  <a16:creationId xmlns:a16="http://schemas.microsoft.com/office/drawing/2014/main" id="{CD829ED4-59B7-69F0-9261-816B317B7B53}"/>
                </a:ext>
              </a:extLst>
            </p:cNvPr>
            <p:cNvSpPr/>
            <p:nvPr/>
          </p:nvSpPr>
          <p:spPr>
            <a:xfrm rot="16200000">
              <a:off x="25120721" y="3439552"/>
              <a:ext cx="1122481" cy="14002071"/>
            </a:xfrm>
            <a:prstGeom prst="roundRect">
              <a:avLst>
                <a:gd name="adj" fmla="val 24349"/>
              </a:avLst>
            </a:prstGeom>
            <a:gradFill flip="none" rotWithShape="1">
              <a:gsLst>
                <a:gs pos="0">
                  <a:srgbClr val="05324B"/>
                </a:gs>
                <a:gs pos="62000">
                  <a:srgbClr val="032030"/>
                </a:gs>
                <a:gs pos="76000">
                  <a:srgbClr val="032030"/>
                </a:gs>
                <a:gs pos="100000">
                  <a:srgbClr val="032030"/>
                </a:gs>
              </a:gsLst>
              <a:lin ang="2700000" scaled="1"/>
              <a:tileRect/>
            </a:gradFill>
            <a:ln>
              <a:solidFill>
                <a:srgbClr val="074365"/>
              </a:solidFill>
            </a:ln>
            <a:effectLst>
              <a:outerShdw blurRad="50800" dist="38100" dir="3300000" algn="t" rotWithShape="0">
                <a:schemeClr val="bg1"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endParaRPr lang="pt-BR" sz="3467" dirty="0">
                <a:solidFill>
                  <a:schemeClr val="bg1"/>
                </a:solidFill>
                <a:latin typeface="Din"/>
              </a:endParaRPr>
            </a:p>
          </p:txBody>
        </p:sp>
        <p:sp>
          <p:nvSpPr>
            <p:cNvPr id="3" name="CaixaDeTexto 2">
              <a:extLst>
                <a:ext uri="{FF2B5EF4-FFF2-40B4-BE49-F238E27FC236}">
                  <a16:creationId xmlns:a16="http://schemas.microsoft.com/office/drawing/2014/main" id="{CE3DAE02-4715-EF2D-C172-F88153BB8F0D}"/>
                </a:ext>
              </a:extLst>
            </p:cNvPr>
            <p:cNvSpPr txBox="1"/>
            <p:nvPr/>
          </p:nvSpPr>
          <p:spPr>
            <a:xfrm>
              <a:off x="18891466" y="10005809"/>
              <a:ext cx="13791531" cy="5898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2800" b="1" dirty="0">
                  <a:solidFill>
                    <a:schemeClr val="bg1"/>
                  </a:solidFill>
                  <a:latin typeface="Din"/>
                </a:rPr>
                <a:t>Sales Insights – Análise por Canal e Região</a:t>
              </a:r>
            </a:p>
          </p:txBody>
        </p:sp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DF6A4ACD-3E7F-B6C4-2A6B-264DEEF83F35}"/>
                </a:ext>
              </a:extLst>
            </p:cNvPr>
            <p:cNvSpPr txBox="1"/>
            <p:nvPr/>
          </p:nvSpPr>
          <p:spPr>
            <a:xfrm>
              <a:off x="18891466" y="10581735"/>
              <a:ext cx="13791531" cy="3469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chemeClr val="bg2">
                      <a:lumMod val="90000"/>
                    </a:schemeClr>
                  </a:solidFill>
                  <a:latin typeface="Din"/>
                </a:rPr>
                <a:t>Bimbo Brasil</a:t>
              </a:r>
              <a:r>
                <a:rPr lang="pt-BR" sz="1400" b="0" i="0" dirty="0">
                  <a:solidFill>
                    <a:schemeClr val="bg2">
                      <a:lumMod val="90000"/>
                    </a:schemeClr>
                  </a:solidFill>
                  <a:effectLst/>
                  <a:latin typeface="Segoe UI" panose="020B0502040204020203" pitchFamily="34" charset="0"/>
                </a:rPr>
                <a:t> · Controladoria DNA</a:t>
              </a:r>
              <a:endParaRPr lang="pt-BR" sz="1400" dirty="0">
                <a:solidFill>
                  <a:schemeClr val="bg2">
                    <a:lumMod val="90000"/>
                  </a:schemeClr>
                </a:solidFill>
                <a:latin typeface="Din"/>
              </a:endParaRPr>
            </a:p>
          </p:txBody>
        </p:sp>
      </p:grp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2280FB4B-0FAE-D4C1-D815-7B1019BB79EC}"/>
              </a:ext>
            </a:extLst>
          </p:cNvPr>
          <p:cNvSpPr/>
          <p:nvPr/>
        </p:nvSpPr>
        <p:spPr>
          <a:xfrm>
            <a:off x="26229453" y="12748980"/>
            <a:ext cx="7387446" cy="6223252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66" name="Imagem 65" descr="Ícone&#10;&#10;O conteúdo gerado por IA pode estar incorreto.">
            <a:extLst>
              <a:ext uri="{FF2B5EF4-FFF2-40B4-BE49-F238E27FC236}">
                <a16:creationId xmlns:a16="http://schemas.microsoft.com/office/drawing/2014/main" id="{FCBCF875-51A5-BE5E-BB26-8E959C5922A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39" y="13678050"/>
            <a:ext cx="532661" cy="532661"/>
          </a:xfrm>
          <a:prstGeom prst="rect">
            <a:avLst/>
          </a:prstGeom>
        </p:spPr>
      </p:pic>
      <p:pic>
        <p:nvPicPr>
          <p:cNvPr id="67" name="Imagem 66" descr="Ícone&#10;&#10;O conteúdo gerado por IA pode estar incorreto.">
            <a:extLst>
              <a:ext uri="{FF2B5EF4-FFF2-40B4-BE49-F238E27FC236}">
                <a16:creationId xmlns:a16="http://schemas.microsoft.com/office/drawing/2014/main" id="{9005CB5C-5EBD-91A3-C867-C01C7EC3E148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1586643"/>
            <a:ext cx="532661" cy="532661"/>
          </a:xfrm>
          <a:prstGeom prst="rect">
            <a:avLst/>
          </a:prstGeom>
        </p:spPr>
      </p:pic>
      <p:pic>
        <p:nvPicPr>
          <p:cNvPr id="68" name="Imagem 67" descr="Ícone&#10;&#10;O conteúdo gerado por IA pode estar incorreto.">
            <a:extLst>
              <a:ext uri="{FF2B5EF4-FFF2-40B4-BE49-F238E27FC236}">
                <a16:creationId xmlns:a16="http://schemas.microsoft.com/office/drawing/2014/main" id="{4FCB1D91-0D44-C435-BB2D-883767A1F37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2646861"/>
            <a:ext cx="532660" cy="532660"/>
          </a:xfrm>
          <a:prstGeom prst="rect">
            <a:avLst/>
          </a:prstGeom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</p:pic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2BDDE4CC-970F-39EC-CE7F-7ED9790743F0}"/>
              </a:ext>
            </a:extLst>
          </p:cNvPr>
          <p:cNvSpPr/>
          <p:nvPr/>
        </p:nvSpPr>
        <p:spPr>
          <a:xfrm>
            <a:off x="18709573" y="15935112"/>
            <a:ext cx="7387446" cy="3037120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16C27F2C-5D4F-53D0-2066-78C66A8AB731}"/>
              </a:ext>
            </a:extLst>
          </p:cNvPr>
          <p:cNvSpPr/>
          <p:nvPr/>
        </p:nvSpPr>
        <p:spPr>
          <a:xfrm>
            <a:off x="18709574" y="12748980"/>
            <a:ext cx="7387446" cy="3037120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21" name="Imagem 20" descr="Ícone&#10;&#10;O conteúdo gerado por IA pode estar incorreto.">
            <a:extLst>
              <a:ext uri="{FF2B5EF4-FFF2-40B4-BE49-F238E27FC236}">
                <a16:creationId xmlns:a16="http://schemas.microsoft.com/office/drawing/2014/main" id="{C45AA47B-96C9-F4A3-64F1-C8AB67B5A520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14027" y="10066769"/>
            <a:ext cx="713039" cy="713039"/>
          </a:xfrm>
          <a:prstGeom prst="rect">
            <a:avLst/>
          </a:prstGeom>
        </p:spPr>
      </p:pic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CCB16271-11BF-4E42-4F20-9BFFD7B27640}"/>
              </a:ext>
            </a:extLst>
          </p:cNvPr>
          <p:cNvSpPr/>
          <p:nvPr/>
        </p:nvSpPr>
        <p:spPr>
          <a:xfrm>
            <a:off x="23721019" y="11068944"/>
            <a:ext cx="2376000" cy="1519713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C4748862-73B5-3616-6E54-5CDF8E180BAC}"/>
              </a:ext>
            </a:extLst>
          </p:cNvPr>
          <p:cNvSpPr/>
          <p:nvPr/>
        </p:nvSpPr>
        <p:spPr>
          <a:xfrm>
            <a:off x="21215296" y="11081482"/>
            <a:ext cx="2376000" cy="1519713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425F0E46-250C-6F37-9D3D-8933275ED64F}"/>
              </a:ext>
            </a:extLst>
          </p:cNvPr>
          <p:cNvSpPr/>
          <p:nvPr/>
        </p:nvSpPr>
        <p:spPr>
          <a:xfrm>
            <a:off x="18709573" y="11068944"/>
            <a:ext cx="2376000" cy="1519713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" name="Seta: Pentágono 3">
            <a:extLst>
              <a:ext uri="{FF2B5EF4-FFF2-40B4-BE49-F238E27FC236}">
                <a16:creationId xmlns:a16="http://schemas.microsoft.com/office/drawing/2014/main" id="{ED8BC4D4-8549-DA88-B40B-DBDBE5853B50}"/>
              </a:ext>
            </a:extLst>
          </p:cNvPr>
          <p:cNvSpPr/>
          <p:nvPr/>
        </p:nvSpPr>
        <p:spPr>
          <a:xfrm rot="10800000">
            <a:off x="26795705" y="11169260"/>
            <a:ext cx="6233632" cy="1171295"/>
          </a:xfrm>
          <a:prstGeom prst="homePlate">
            <a:avLst>
              <a:gd name="adj" fmla="val 30173"/>
            </a:avLst>
          </a:prstGeom>
          <a:solidFill>
            <a:srgbClr val="032233"/>
          </a:solidFill>
          <a:ln>
            <a:solidFill>
              <a:srgbClr val="0322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384920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7C00C-D6C8-8316-9F8C-DAB59E873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F734784B-336B-5B0A-CAE8-89134B7CDA3B}"/>
              </a:ext>
            </a:extLst>
          </p:cNvPr>
          <p:cNvSpPr/>
          <p:nvPr/>
        </p:nvSpPr>
        <p:spPr>
          <a:xfrm>
            <a:off x="17472027" y="9852690"/>
            <a:ext cx="16255996" cy="9119542"/>
          </a:xfrm>
          <a:prstGeom prst="roundRect">
            <a:avLst>
              <a:gd name="adj" fmla="val 3334"/>
            </a:avLst>
          </a:prstGeom>
          <a:solidFill>
            <a:srgbClr val="F5F7F9"/>
          </a:solidFill>
          <a:ln>
            <a:solidFill>
              <a:srgbClr val="F5F7F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DB5E8C01-573C-0933-91B3-44613B623AEB}"/>
              </a:ext>
            </a:extLst>
          </p:cNvPr>
          <p:cNvSpPr/>
          <p:nvPr/>
        </p:nvSpPr>
        <p:spPr>
          <a:xfrm>
            <a:off x="17587321" y="9925420"/>
            <a:ext cx="995739" cy="9046812"/>
          </a:xfrm>
          <a:prstGeom prst="roundRect">
            <a:avLst>
              <a:gd name="adj" fmla="val 24349"/>
            </a:avLst>
          </a:prstGeom>
          <a:gradFill flip="none" rotWithShape="1">
            <a:gsLst>
              <a:gs pos="0">
                <a:srgbClr val="05324B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solidFill>
              <a:srgbClr val="074365"/>
            </a:solidFill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endParaRPr lang="pt-BR" sz="3467" dirty="0">
              <a:solidFill>
                <a:schemeClr val="bg1"/>
              </a:solidFill>
              <a:latin typeface="Din"/>
            </a:endParaRPr>
          </a:p>
        </p:txBody>
      </p:sp>
      <p:grpSp>
        <p:nvGrpSpPr>
          <p:cNvPr id="23" name="Agrupar 22">
            <a:extLst>
              <a:ext uri="{FF2B5EF4-FFF2-40B4-BE49-F238E27FC236}">
                <a16:creationId xmlns:a16="http://schemas.microsoft.com/office/drawing/2014/main" id="{AA3BCD41-F70C-59A3-DBC1-75599DBB30CD}"/>
              </a:ext>
            </a:extLst>
          </p:cNvPr>
          <p:cNvGrpSpPr/>
          <p:nvPr/>
        </p:nvGrpSpPr>
        <p:grpSpPr>
          <a:xfrm>
            <a:off x="18698354" y="9925420"/>
            <a:ext cx="14918545" cy="995739"/>
            <a:chOff x="18680926" y="9879347"/>
            <a:chExt cx="14002071" cy="1122481"/>
          </a:xfrm>
        </p:grpSpPr>
        <p:sp>
          <p:nvSpPr>
            <p:cNvPr id="6" name="Retângulo: Cantos Arredondados 5">
              <a:extLst>
                <a:ext uri="{FF2B5EF4-FFF2-40B4-BE49-F238E27FC236}">
                  <a16:creationId xmlns:a16="http://schemas.microsoft.com/office/drawing/2014/main" id="{E3949316-1C71-5464-88E2-DB07C04BDA44}"/>
                </a:ext>
              </a:extLst>
            </p:cNvPr>
            <p:cNvSpPr/>
            <p:nvPr/>
          </p:nvSpPr>
          <p:spPr>
            <a:xfrm rot="16200000">
              <a:off x="25120721" y="3439552"/>
              <a:ext cx="1122481" cy="14002071"/>
            </a:xfrm>
            <a:prstGeom prst="roundRect">
              <a:avLst>
                <a:gd name="adj" fmla="val 24349"/>
              </a:avLst>
            </a:prstGeom>
            <a:gradFill flip="none" rotWithShape="1">
              <a:gsLst>
                <a:gs pos="0">
                  <a:srgbClr val="05324B"/>
                </a:gs>
                <a:gs pos="62000">
                  <a:srgbClr val="032030"/>
                </a:gs>
                <a:gs pos="76000">
                  <a:srgbClr val="032030"/>
                </a:gs>
                <a:gs pos="100000">
                  <a:srgbClr val="032030"/>
                </a:gs>
              </a:gsLst>
              <a:lin ang="2700000" scaled="1"/>
              <a:tileRect/>
            </a:gradFill>
            <a:ln>
              <a:solidFill>
                <a:srgbClr val="074365"/>
              </a:solidFill>
            </a:ln>
            <a:effectLst>
              <a:outerShdw blurRad="50800" dist="38100" dir="3300000" algn="t" rotWithShape="0">
                <a:schemeClr val="bg1"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endParaRPr lang="pt-BR" sz="3467" dirty="0">
                <a:solidFill>
                  <a:schemeClr val="bg1"/>
                </a:solidFill>
                <a:latin typeface="Din"/>
              </a:endParaRPr>
            </a:p>
          </p:txBody>
        </p:sp>
        <p:sp>
          <p:nvSpPr>
            <p:cNvPr id="3" name="CaixaDeTexto 2">
              <a:extLst>
                <a:ext uri="{FF2B5EF4-FFF2-40B4-BE49-F238E27FC236}">
                  <a16:creationId xmlns:a16="http://schemas.microsoft.com/office/drawing/2014/main" id="{EEA27806-B63E-0A54-9287-8347C00D9D8B}"/>
                </a:ext>
              </a:extLst>
            </p:cNvPr>
            <p:cNvSpPr txBox="1"/>
            <p:nvPr/>
          </p:nvSpPr>
          <p:spPr>
            <a:xfrm>
              <a:off x="18891466" y="10005809"/>
              <a:ext cx="13791531" cy="5898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2800" b="1" dirty="0">
                  <a:solidFill>
                    <a:schemeClr val="bg1"/>
                  </a:solidFill>
                  <a:latin typeface="Din"/>
                </a:rPr>
                <a:t>Sales Insights – </a:t>
              </a:r>
              <a:r>
                <a:rPr lang="pt-BR" sz="2800" b="1" dirty="0" err="1">
                  <a:solidFill>
                    <a:schemeClr val="bg1"/>
                  </a:solidFill>
                  <a:latin typeface="Din"/>
                </a:rPr>
                <a:t>Drill-down</a:t>
              </a:r>
              <a:r>
                <a:rPr lang="pt-BR" sz="2800" b="1" dirty="0">
                  <a:solidFill>
                    <a:schemeClr val="bg1"/>
                  </a:solidFill>
                  <a:latin typeface="Din"/>
                </a:rPr>
                <a:t> Produto</a:t>
              </a:r>
            </a:p>
          </p:txBody>
        </p:sp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7145F0E0-DE3B-3C22-1787-CFDD67C6017E}"/>
                </a:ext>
              </a:extLst>
            </p:cNvPr>
            <p:cNvSpPr txBox="1"/>
            <p:nvPr/>
          </p:nvSpPr>
          <p:spPr>
            <a:xfrm>
              <a:off x="18891466" y="10581735"/>
              <a:ext cx="13791531" cy="3469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chemeClr val="bg2">
                      <a:lumMod val="90000"/>
                    </a:schemeClr>
                  </a:solidFill>
                  <a:latin typeface="Din"/>
                </a:rPr>
                <a:t>Bimbo Brasil</a:t>
              </a:r>
              <a:r>
                <a:rPr lang="pt-BR" sz="1400" b="0" i="0" dirty="0">
                  <a:solidFill>
                    <a:schemeClr val="bg2">
                      <a:lumMod val="90000"/>
                    </a:schemeClr>
                  </a:solidFill>
                  <a:effectLst/>
                  <a:latin typeface="Segoe UI" panose="020B0502040204020203" pitchFamily="34" charset="0"/>
                </a:rPr>
                <a:t> · Controladoria DNA</a:t>
              </a:r>
              <a:endParaRPr lang="pt-BR" sz="1400" dirty="0">
                <a:solidFill>
                  <a:schemeClr val="bg2">
                    <a:lumMod val="90000"/>
                  </a:schemeClr>
                </a:solidFill>
                <a:latin typeface="Din"/>
              </a:endParaRPr>
            </a:p>
          </p:txBody>
        </p:sp>
      </p:grpSp>
      <p:pic>
        <p:nvPicPr>
          <p:cNvPr id="66" name="Imagem 65" descr="Ícone&#10;&#10;O conteúdo gerado por IA pode estar incorreto.">
            <a:extLst>
              <a:ext uri="{FF2B5EF4-FFF2-40B4-BE49-F238E27FC236}">
                <a16:creationId xmlns:a16="http://schemas.microsoft.com/office/drawing/2014/main" id="{94B61170-BFEF-EDD8-1E31-0C6D7F6732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39" y="13678050"/>
            <a:ext cx="532661" cy="532661"/>
          </a:xfrm>
          <a:prstGeom prst="rect">
            <a:avLst/>
          </a:prstGeom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</p:pic>
      <p:pic>
        <p:nvPicPr>
          <p:cNvPr id="67" name="Imagem 66" descr="Ícone&#10;&#10;O conteúdo gerado por IA pode estar incorreto.">
            <a:extLst>
              <a:ext uri="{FF2B5EF4-FFF2-40B4-BE49-F238E27FC236}">
                <a16:creationId xmlns:a16="http://schemas.microsoft.com/office/drawing/2014/main" id="{06012035-4478-657F-4FF9-53A21411A19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1586643"/>
            <a:ext cx="532661" cy="532661"/>
          </a:xfrm>
          <a:prstGeom prst="rect">
            <a:avLst/>
          </a:prstGeom>
        </p:spPr>
      </p:pic>
      <p:pic>
        <p:nvPicPr>
          <p:cNvPr id="68" name="Imagem 67" descr="Ícone&#10;&#10;O conteúdo gerado por IA pode estar incorreto.">
            <a:extLst>
              <a:ext uri="{FF2B5EF4-FFF2-40B4-BE49-F238E27FC236}">
                <a16:creationId xmlns:a16="http://schemas.microsoft.com/office/drawing/2014/main" id="{2C835528-2E3A-2F77-9C8F-C3B863DC011C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2646861"/>
            <a:ext cx="532660" cy="532660"/>
          </a:xfrm>
          <a:prstGeom prst="rect">
            <a:avLst/>
          </a:prstGeom>
        </p:spPr>
      </p:pic>
      <p:pic>
        <p:nvPicPr>
          <p:cNvPr id="21" name="Imagem 20" descr="Ícone&#10;&#10;O conteúdo gerado por IA pode estar incorreto.">
            <a:extLst>
              <a:ext uri="{FF2B5EF4-FFF2-40B4-BE49-F238E27FC236}">
                <a16:creationId xmlns:a16="http://schemas.microsoft.com/office/drawing/2014/main" id="{8FEA4FEF-EF9F-C5BD-AD59-23609B298618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14027" y="10066769"/>
            <a:ext cx="713039" cy="713039"/>
          </a:xfrm>
          <a:prstGeom prst="rect">
            <a:avLst/>
          </a:prstGeom>
        </p:spPr>
      </p:pic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E39E366C-AEBF-E85B-9924-17F4F0612260}"/>
              </a:ext>
            </a:extLst>
          </p:cNvPr>
          <p:cNvSpPr/>
          <p:nvPr/>
        </p:nvSpPr>
        <p:spPr>
          <a:xfrm>
            <a:off x="26218798" y="12627269"/>
            <a:ext cx="7387446" cy="3037120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EC8B2D1A-4AEE-2DA7-C7A5-2553B20901B9}"/>
              </a:ext>
            </a:extLst>
          </p:cNvPr>
          <p:cNvSpPr/>
          <p:nvPr/>
        </p:nvSpPr>
        <p:spPr>
          <a:xfrm>
            <a:off x="18712533" y="12692151"/>
            <a:ext cx="7387446" cy="3037120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B3B9FE5B-16C4-85A8-6F4B-A5E55684135F}"/>
              </a:ext>
            </a:extLst>
          </p:cNvPr>
          <p:cNvSpPr/>
          <p:nvPr/>
        </p:nvSpPr>
        <p:spPr>
          <a:xfrm>
            <a:off x="26218798" y="15729271"/>
            <a:ext cx="7387446" cy="3186058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7B37564E-C384-214E-26ED-A1AE93A68B01}"/>
              </a:ext>
            </a:extLst>
          </p:cNvPr>
          <p:cNvSpPr/>
          <p:nvPr/>
        </p:nvSpPr>
        <p:spPr>
          <a:xfrm>
            <a:off x="18709573" y="15841810"/>
            <a:ext cx="7387446" cy="3037120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A7CCCB00-5713-85F0-83E7-A6457E0C67BE}"/>
              </a:ext>
            </a:extLst>
          </p:cNvPr>
          <p:cNvSpPr/>
          <p:nvPr/>
        </p:nvSpPr>
        <p:spPr>
          <a:xfrm>
            <a:off x="23721019" y="11068944"/>
            <a:ext cx="2376000" cy="1519713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18D669F5-ED00-68E3-5E36-98BE6183BFDA}"/>
              </a:ext>
            </a:extLst>
          </p:cNvPr>
          <p:cNvSpPr/>
          <p:nvPr/>
        </p:nvSpPr>
        <p:spPr>
          <a:xfrm>
            <a:off x="21215296" y="11081482"/>
            <a:ext cx="2376000" cy="1519713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8EA5E353-8DFE-AC37-DDC3-35DF7C9AFEE5}"/>
              </a:ext>
            </a:extLst>
          </p:cNvPr>
          <p:cNvSpPr/>
          <p:nvPr/>
        </p:nvSpPr>
        <p:spPr>
          <a:xfrm>
            <a:off x="18709573" y="11068944"/>
            <a:ext cx="2376000" cy="1519713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Seta: Pentágono 1">
            <a:extLst>
              <a:ext uri="{FF2B5EF4-FFF2-40B4-BE49-F238E27FC236}">
                <a16:creationId xmlns:a16="http://schemas.microsoft.com/office/drawing/2014/main" id="{E6626CCA-998A-EFE7-6D43-0C8A857571A2}"/>
              </a:ext>
            </a:extLst>
          </p:cNvPr>
          <p:cNvSpPr/>
          <p:nvPr/>
        </p:nvSpPr>
        <p:spPr>
          <a:xfrm rot="10800000">
            <a:off x="26795705" y="11169260"/>
            <a:ext cx="6233632" cy="1171295"/>
          </a:xfrm>
          <a:prstGeom prst="homePlate">
            <a:avLst>
              <a:gd name="adj" fmla="val 30173"/>
            </a:avLst>
          </a:prstGeom>
          <a:solidFill>
            <a:srgbClr val="032233"/>
          </a:solidFill>
          <a:ln>
            <a:solidFill>
              <a:srgbClr val="0322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48869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elector Switch 2 Clip Art at Clker.com - vector clip art online, royalty  free &amp; public domain">
            <a:extLst>
              <a:ext uri="{FF2B5EF4-FFF2-40B4-BE49-F238E27FC236}">
                <a16:creationId xmlns:a16="http://schemas.microsoft.com/office/drawing/2014/main" id="{2A029274-DF9D-6111-6484-2B3E783AF9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rgbClr val="1D711D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95795" y="16151285"/>
            <a:ext cx="1741063" cy="1703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Selector Switch 2 Clip Art at Clker.com - vector clip art online, royalty  free &amp; public domain">
            <a:extLst>
              <a:ext uri="{FF2B5EF4-FFF2-40B4-BE49-F238E27FC236}">
                <a16:creationId xmlns:a16="http://schemas.microsoft.com/office/drawing/2014/main" id="{793D47B7-D5C4-AD05-8E2F-F3BFD8F03C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1200"/>
                    </a14:imgEffect>
                    <a14:imgEffect>
                      <a14:brightnessContrast bright="-2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20975265" y="12696883"/>
            <a:ext cx="1741063" cy="1703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69853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CB798-E250-5226-4674-2F3941D4E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9FD79C7C-3C4C-5047-0354-51053C4B79D7}"/>
              </a:ext>
            </a:extLst>
          </p:cNvPr>
          <p:cNvSpPr/>
          <p:nvPr/>
        </p:nvSpPr>
        <p:spPr>
          <a:xfrm>
            <a:off x="17530613" y="9828224"/>
            <a:ext cx="16255996" cy="9143995"/>
          </a:xfrm>
          <a:prstGeom prst="roundRect">
            <a:avLst>
              <a:gd name="adj" fmla="val 2717"/>
            </a:avLst>
          </a:prstGeom>
          <a:solidFill>
            <a:srgbClr val="0F0E15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0A7E96D7-0228-4527-5A5E-E75EA2B9464D}"/>
              </a:ext>
            </a:extLst>
          </p:cNvPr>
          <p:cNvSpPr/>
          <p:nvPr/>
        </p:nvSpPr>
        <p:spPr>
          <a:xfrm>
            <a:off x="27054629" y="10931315"/>
            <a:ext cx="2522326" cy="3887771"/>
          </a:xfrm>
          <a:prstGeom prst="roundRect">
            <a:avLst>
              <a:gd name="adj" fmla="val 9341"/>
            </a:avLst>
          </a:prstGeom>
          <a:solidFill>
            <a:srgbClr val="021722"/>
          </a:solidFill>
          <a:ln>
            <a:solidFill>
              <a:srgbClr val="0318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pic>
        <p:nvPicPr>
          <p:cNvPr id="12" name="Imagem 11" descr="Ícone&#10;&#10;O conteúdo gerado por IA pode estar incorreto.">
            <a:extLst>
              <a:ext uri="{FF2B5EF4-FFF2-40B4-BE49-F238E27FC236}">
                <a16:creationId xmlns:a16="http://schemas.microsoft.com/office/drawing/2014/main" id="{D04D8ACA-A377-6FA6-EC9C-B15A7B22CD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48141" y="11078143"/>
            <a:ext cx="568624" cy="568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44680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008EB-38E0-474D-60A6-26EA8F71D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7AD6C141-DEC8-8565-1716-24689F1554EE}"/>
              </a:ext>
            </a:extLst>
          </p:cNvPr>
          <p:cNvSpPr/>
          <p:nvPr/>
        </p:nvSpPr>
        <p:spPr>
          <a:xfrm>
            <a:off x="20094238" y="11281014"/>
            <a:ext cx="8716591" cy="7533796"/>
          </a:xfrm>
          <a:prstGeom prst="roundRect">
            <a:avLst>
              <a:gd name="adj" fmla="val 3334"/>
            </a:avLst>
          </a:prstGeom>
          <a:gradFill flip="none" rotWithShape="1">
            <a:gsLst>
              <a:gs pos="0">
                <a:srgbClr val="05324B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DF94C769-753C-DA72-7B3E-F8D5DA2C5086}"/>
              </a:ext>
            </a:extLst>
          </p:cNvPr>
          <p:cNvSpPr/>
          <p:nvPr/>
        </p:nvSpPr>
        <p:spPr>
          <a:xfrm>
            <a:off x="20372372" y="13164930"/>
            <a:ext cx="3890130" cy="1882981"/>
          </a:xfrm>
          <a:prstGeom prst="roundRect">
            <a:avLst>
              <a:gd name="adj" fmla="val 12781"/>
            </a:avLst>
          </a:prstGeom>
          <a:gradFill flip="none" rotWithShape="1">
            <a:gsLst>
              <a:gs pos="0">
                <a:srgbClr val="365160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538F2C06-13F9-4809-541D-DD1E667A76D2}"/>
              </a:ext>
            </a:extLst>
          </p:cNvPr>
          <p:cNvSpPr/>
          <p:nvPr/>
        </p:nvSpPr>
        <p:spPr>
          <a:xfrm>
            <a:off x="20372372" y="11635685"/>
            <a:ext cx="8160322" cy="1213647"/>
          </a:xfrm>
          <a:prstGeom prst="roundRect">
            <a:avLst>
              <a:gd name="adj" fmla="val 12781"/>
            </a:avLst>
          </a:prstGeom>
          <a:gradFill flip="none" rotWithShape="1">
            <a:gsLst>
              <a:gs pos="0">
                <a:srgbClr val="365160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4400" b="1" dirty="0">
                <a:solidFill>
                  <a:schemeClr val="bg1"/>
                </a:solidFill>
                <a:latin typeface="Din"/>
              </a:rPr>
              <a:t>Comportamento de </a:t>
            </a:r>
            <a:r>
              <a:rPr lang="pt-BR" sz="4400" b="1" dirty="0" err="1">
                <a:solidFill>
                  <a:schemeClr val="bg1"/>
                </a:solidFill>
                <a:latin typeface="Din"/>
              </a:rPr>
              <a:t>Churn</a:t>
            </a:r>
            <a:endParaRPr lang="pt-BR" sz="4400" b="1" dirty="0">
              <a:solidFill>
                <a:schemeClr val="bg1"/>
              </a:solidFill>
              <a:latin typeface="Din"/>
            </a:endParaRPr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43D63697-AF21-F0E5-4C28-20AF7486B378}"/>
              </a:ext>
            </a:extLst>
          </p:cNvPr>
          <p:cNvSpPr/>
          <p:nvPr/>
        </p:nvSpPr>
        <p:spPr>
          <a:xfrm>
            <a:off x="24642564" y="13164930"/>
            <a:ext cx="3890130" cy="1882981"/>
          </a:xfrm>
          <a:prstGeom prst="roundRect">
            <a:avLst>
              <a:gd name="adj" fmla="val 12781"/>
            </a:avLst>
          </a:prstGeom>
          <a:gradFill flip="none" rotWithShape="1">
            <a:gsLst>
              <a:gs pos="0">
                <a:srgbClr val="365160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</p:spTree>
    <p:extLst>
      <p:ext uri="{BB962C8B-B14F-4D97-AF65-F5344CB8AC3E}">
        <p14:creationId xmlns:p14="http://schemas.microsoft.com/office/powerpoint/2010/main" val="36344886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229D3-C9DE-FC98-2526-ABC935960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3C7B841A-3DAF-3617-15AF-3AFCDDAF4045}"/>
              </a:ext>
            </a:extLst>
          </p:cNvPr>
          <p:cNvSpPr/>
          <p:nvPr/>
        </p:nvSpPr>
        <p:spPr>
          <a:xfrm>
            <a:off x="20094238" y="11281014"/>
            <a:ext cx="8716591" cy="7533796"/>
          </a:xfrm>
          <a:prstGeom prst="roundRect">
            <a:avLst>
              <a:gd name="adj" fmla="val 3334"/>
            </a:avLst>
          </a:prstGeom>
          <a:gradFill flip="none" rotWithShape="1">
            <a:gsLst>
              <a:gs pos="0">
                <a:srgbClr val="05324B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00761077-9F60-4ECE-5AC3-E8C6AB8D2864}"/>
              </a:ext>
            </a:extLst>
          </p:cNvPr>
          <p:cNvSpPr/>
          <p:nvPr/>
        </p:nvSpPr>
        <p:spPr>
          <a:xfrm>
            <a:off x="20372372" y="13091886"/>
            <a:ext cx="3890130" cy="2714167"/>
          </a:xfrm>
          <a:prstGeom prst="roundRect">
            <a:avLst>
              <a:gd name="adj" fmla="val 12781"/>
            </a:avLst>
          </a:prstGeom>
          <a:gradFill flip="none" rotWithShape="1">
            <a:gsLst>
              <a:gs pos="0">
                <a:srgbClr val="365160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0545494E-D354-2489-6115-DAD856F44F22}"/>
              </a:ext>
            </a:extLst>
          </p:cNvPr>
          <p:cNvSpPr/>
          <p:nvPr/>
        </p:nvSpPr>
        <p:spPr>
          <a:xfrm>
            <a:off x="20372372" y="11635684"/>
            <a:ext cx="8160322" cy="962715"/>
          </a:xfrm>
          <a:prstGeom prst="roundRect">
            <a:avLst>
              <a:gd name="adj" fmla="val 12781"/>
            </a:avLst>
          </a:prstGeom>
          <a:gradFill flip="none" rotWithShape="1">
            <a:gsLst>
              <a:gs pos="0">
                <a:srgbClr val="365160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4400" b="1" dirty="0">
                <a:solidFill>
                  <a:schemeClr val="bg1"/>
                </a:solidFill>
                <a:latin typeface="Din"/>
              </a:rPr>
              <a:t>Drivers da Margem</a:t>
            </a:r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16B050EE-2AC8-BC20-7E87-3B3BC18D2026}"/>
              </a:ext>
            </a:extLst>
          </p:cNvPr>
          <p:cNvSpPr/>
          <p:nvPr/>
        </p:nvSpPr>
        <p:spPr>
          <a:xfrm>
            <a:off x="24642564" y="13091886"/>
            <a:ext cx="3890130" cy="2714167"/>
          </a:xfrm>
          <a:prstGeom prst="roundRect">
            <a:avLst>
              <a:gd name="adj" fmla="val 12781"/>
            </a:avLst>
          </a:prstGeom>
          <a:gradFill flip="none" rotWithShape="1">
            <a:gsLst>
              <a:gs pos="0">
                <a:srgbClr val="365160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A5E81A56-733F-8796-5140-028CB3327761}"/>
              </a:ext>
            </a:extLst>
          </p:cNvPr>
          <p:cNvSpPr/>
          <p:nvPr/>
        </p:nvSpPr>
        <p:spPr>
          <a:xfrm>
            <a:off x="20372372" y="16229008"/>
            <a:ext cx="3890130" cy="1683183"/>
          </a:xfrm>
          <a:prstGeom prst="roundRect">
            <a:avLst>
              <a:gd name="adj" fmla="val 12781"/>
            </a:avLst>
          </a:prstGeom>
          <a:gradFill flip="none" rotWithShape="1">
            <a:gsLst>
              <a:gs pos="0">
                <a:srgbClr val="365160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18799CA2-7858-7CC9-8E5F-56E08475B524}"/>
              </a:ext>
            </a:extLst>
          </p:cNvPr>
          <p:cNvSpPr/>
          <p:nvPr/>
        </p:nvSpPr>
        <p:spPr>
          <a:xfrm>
            <a:off x="24642564" y="16229008"/>
            <a:ext cx="3890130" cy="1683183"/>
          </a:xfrm>
          <a:prstGeom prst="roundRect">
            <a:avLst>
              <a:gd name="adj" fmla="val 12781"/>
            </a:avLst>
          </a:prstGeom>
          <a:gradFill flip="none" rotWithShape="1">
            <a:gsLst>
              <a:gs pos="0">
                <a:srgbClr val="365160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</p:spTree>
    <p:extLst>
      <p:ext uri="{BB962C8B-B14F-4D97-AF65-F5344CB8AC3E}">
        <p14:creationId xmlns:p14="http://schemas.microsoft.com/office/powerpoint/2010/main" val="10522115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396E5-D4E0-9F25-D86E-782A7CBEC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86FA3653-CB6B-5E34-85DF-98B9FB0444CE}"/>
              </a:ext>
            </a:extLst>
          </p:cNvPr>
          <p:cNvSpPr/>
          <p:nvPr/>
        </p:nvSpPr>
        <p:spPr>
          <a:xfrm>
            <a:off x="17697870" y="11242142"/>
            <a:ext cx="13889388" cy="7611537"/>
          </a:xfrm>
          <a:prstGeom prst="roundRect">
            <a:avLst>
              <a:gd name="adj" fmla="val 3334"/>
            </a:avLst>
          </a:prstGeom>
          <a:gradFill flip="none" rotWithShape="1">
            <a:gsLst>
              <a:gs pos="0">
                <a:srgbClr val="05324B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ECE955B7-7EA3-0E70-3649-05D6832CA8C0}"/>
              </a:ext>
            </a:extLst>
          </p:cNvPr>
          <p:cNvSpPr/>
          <p:nvPr/>
        </p:nvSpPr>
        <p:spPr>
          <a:xfrm>
            <a:off x="18084800" y="11635685"/>
            <a:ext cx="13068300" cy="1213647"/>
          </a:xfrm>
          <a:prstGeom prst="roundRect">
            <a:avLst>
              <a:gd name="adj" fmla="val 12781"/>
            </a:avLst>
          </a:prstGeom>
          <a:gradFill flip="none" rotWithShape="1">
            <a:gsLst>
              <a:gs pos="0">
                <a:srgbClr val="365160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4400" b="1" dirty="0">
                <a:solidFill>
                  <a:schemeClr val="bg1"/>
                </a:solidFill>
                <a:latin typeface="Din"/>
              </a:rPr>
              <a:t>Variação </a:t>
            </a:r>
            <a:r>
              <a:rPr lang="pt-BR" sz="4400" b="1" dirty="0" err="1">
                <a:solidFill>
                  <a:schemeClr val="bg1"/>
                </a:solidFill>
                <a:latin typeface="Din"/>
              </a:rPr>
              <a:t>YoY</a:t>
            </a:r>
            <a:r>
              <a:rPr lang="pt-BR" sz="4400" b="1" dirty="0">
                <a:solidFill>
                  <a:schemeClr val="bg1"/>
                </a:solidFill>
                <a:latin typeface="Din"/>
              </a:rPr>
              <a:t>(%) Market </a:t>
            </a:r>
            <a:r>
              <a:rPr lang="pt-BR" sz="4400" b="1" dirty="0" err="1">
                <a:solidFill>
                  <a:schemeClr val="bg1"/>
                </a:solidFill>
                <a:latin typeface="Din"/>
              </a:rPr>
              <a:t>Share</a:t>
            </a:r>
            <a:endParaRPr lang="pt-BR" sz="4400" b="1" dirty="0">
              <a:solidFill>
                <a:schemeClr val="bg1"/>
              </a:solidFill>
              <a:latin typeface="Din"/>
            </a:endParaRPr>
          </a:p>
        </p:txBody>
      </p:sp>
    </p:spTree>
    <p:extLst>
      <p:ext uri="{BB962C8B-B14F-4D97-AF65-F5344CB8AC3E}">
        <p14:creationId xmlns:p14="http://schemas.microsoft.com/office/powerpoint/2010/main" val="31405690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2DFFC-0242-5400-720D-2EB031652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F920EC2C-9E0A-D5CC-1176-FEB5C70C5E87}"/>
              </a:ext>
            </a:extLst>
          </p:cNvPr>
          <p:cNvSpPr/>
          <p:nvPr/>
        </p:nvSpPr>
        <p:spPr>
          <a:xfrm>
            <a:off x="17697870" y="11242142"/>
            <a:ext cx="13889388" cy="7611537"/>
          </a:xfrm>
          <a:prstGeom prst="roundRect">
            <a:avLst>
              <a:gd name="adj" fmla="val 3334"/>
            </a:avLst>
          </a:prstGeom>
          <a:gradFill flip="none" rotWithShape="1">
            <a:gsLst>
              <a:gs pos="0">
                <a:srgbClr val="05324B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B0ED9D1C-9238-C9A9-8043-69CAF7A0510C}"/>
              </a:ext>
            </a:extLst>
          </p:cNvPr>
          <p:cNvSpPr/>
          <p:nvPr/>
        </p:nvSpPr>
        <p:spPr>
          <a:xfrm>
            <a:off x="18084800" y="11635685"/>
            <a:ext cx="13068300" cy="1213647"/>
          </a:xfrm>
          <a:prstGeom prst="roundRect">
            <a:avLst>
              <a:gd name="adj" fmla="val 12781"/>
            </a:avLst>
          </a:prstGeom>
          <a:gradFill flip="none" rotWithShape="1">
            <a:gsLst>
              <a:gs pos="0">
                <a:srgbClr val="365160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4400" b="1" dirty="0">
                <a:solidFill>
                  <a:schemeClr val="bg1"/>
                </a:solidFill>
                <a:latin typeface="Din"/>
              </a:rPr>
              <a:t>Variação </a:t>
            </a:r>
            <a:r>
              <a:rPr lang="pt-BR" sz="4400" b="1" dirty="0" err="1">
                <a:solidFill>
                  <a:schemeClr val="bg1"/>
                </a:solidFill>
                <a:latin typeface="Din"/>
              </a:rPr>
              <a:t>YoY</a:t>
            </a:r>
            <a:r>
              <a:rPr lang="pt-BR" sz="4400" b="1" dirty="0">
                <a:solidFill>
                  <a:schemeClr val="bg1"/>
                </a:solidFill>
                <a:latin typeface="Din"/>
              </a:rPr>
              <a:t>(%) Unidades Vendidas</a:t>
            </a:r>
          </a:p>
        </p:txBody>
      </p:sp>
    </p:spTree>
    <p:extLst>
      <p:ext uri="{BB962C8B-B14F-4D97-AF65-F5344CB8AC3E}">
        <p14:creationId xmlns:p14="http://schemas.microsoft.com/office/powerpoint/2010/main" val="39249498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D52CC-89D5-2710-7D87-2A2E2CFF6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CC759720-71A5-1FCB-8BB1-A173F10EDD06}"/>
              </a:ext>
            </a:extLst>
          </p:cNvPr>
          <p:cNvSpPr/>
          <p:nvPr/>
        </p:nvSpPr>
        <p:spPr>
          <a:xfrm>
            <a:off x="17697870" y="11242142"/>
            <a:ext cx="13889388" cy="7611537"/>
          </a:xfrm>
          <a:prstGeom prst="roundRect">
            <a:avLst>
              <a:gd name="adj" fmla="val 3334"/>
            </a:avLst>
          </a:prstGeom>
          <a:gradFill flip="none" rotWithShape="1">
            <a:gsLst>
              <a:gs pos="0">
                <a:srgbClr val="05324B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7FD3E36B-204D-5D77-C84C-6FCBBB86874D}"/>
              </a:ext>
            </a:extLst>
          </p:cNvPr>
          <p:cNvSpPr/>
          <p:nvPr/>
        </p:nvSpPr>
        <p:spPr>
          <a:xfrm>
            <a:off x="18084800" y="11635685"/>
            <a:ext cx="13068300" cy="1213647"/>
          </a:xfrm>
          <a:prstGeom prst="roundRect">
            <a:avLst>
              <a:gd name="adj" fmla="val 12781"/>
            </a:avLst>
          </a:prstGeom>
          <a:gradFill flip="none" rotWithShape="1">
            <a:gsLst>
              <a:gs pos="0">
                <a:srgbClr val="365160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4400" b="1" dirty="0">
                <a:solidFill>
                  <a:schemeClr val="bg1"/>
                </a:solidFill>
                <a:latin typeface="Din"/>
              </a:rPr>
              <a:t>Unidades Vendidas por Mês</a:t>
            </a:r>
          </a:p>
        </p:txBody>
      </p:sp>
    </p:spTree>
    <p:extLst>
      <p:ext uri="{BB962C8B-B14F-4D97-AF65-F5344CB8AC3E}">
        <p14:creationId xmlns:p14="http://schemas.microsoft.com/office/powerpoint/2010/main" val="33290929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2BF169-882E-C49F-07C7-B586FB774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A8B1D70E-38EA-4978-D7AA-82942598F725}"/>
              </a:ext>
            </a:extLst>
          </p:cNvPr>
          <p:cNvSpPr/>
          <p:nvPr/>
        </p:nvSpPr>
        <p:spPr>
          <a:xfrm>
            <a:off x="17697870" y="11242142"/>
            <a:ext cx="13889388" cy="7611537"/>
          </a:xfrm>
          <a:prstGeom prst="roundRect">
            <a:avLst>
              <a:gd name="adj" fmla="val 3334"/>
            </a:avLst>
          </a:prstGeom>
          <a:gradFill flip="none" rotWithShape="1">
            <a:gsLst>
              <a:gs pos="0">
                <a:srgbClr val="05324B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B6623BDE-B98F-C50A-0504-92BBAC82DFBE}"/>
              </a:ext>
            </a:extLst>
          </p:cNvPr>
          <p:cNvSpPr/>
          <p:nvPr/>
        </p:nvSpPr>
        <p:spPr>
          <a:xfrm>
            <a:off x="18084800" y="11635685"/>
            <a:ext cx="13068300" cy="1213647"/>
          </a:xfrm>
          <a:prstGeom prst="roundRect">
            <a:avLst>
              <a:gd name="adj" fmla="val 12781"/>
            </a:avLst>
          </a:prstGeom>
          <a:gradFill flip="none" rotWithShape="1">
            <a:gsLst>
              <a:gs pos="0">
                <a:srgbClr val="365160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4400" b="1" dirty="0">
                <a:solidFill>
                  <a:schemeClr val="bg1"/>
                </a:solidFill>
                <a:latin typeface="Din"/>
              </a:rPr>
              <a:t>Variação </a:t>
            </a:r>
            <a:r>
              <a:rPr lang="pt-BR" sz="4400" b="1" dirty="0" err="1">
                <a:solidFill>
                  <a:schemeClr val="bg1"/>
                </a:solidFill>
                <a:latin typeface="Din"/>
              </a:rPr>
              <a:t>YoY</a:t>
            </a:r>
            <a:r>
              <a:rPr lang="pt-BR" sz="4400" b="1" dirty="0">
                <a:solidFill>
                  <a:schemeClr val="bg1"/>
                </a:solidFill>
                <a:latin typeface="Din"/>
              </a:rPr>
              <a:t>(%) </a:t>
            </a:r>
            <a:r>
              <a:rPr lang="pt-BR" sz="4400" b="1" dirty="0" err="1">
                <a:solidFill>
                  <a:schemeClr val="bg1"/>
                </a:solidFill>
                <a:latin typeface="Din"/>
              </a:rPr>
              <a:t>Churn</a:t>
            </a:r>
            <a:r>
              <a:rPr lang="pt-BR" sz="4400" b="1" dirty="0">
                <a:solidFill>
                  <a:schemeClr val="bg1"/>
                </a:solidFill>
                <a:latin typeface="Din"/>
              </a:rPr>
              <a:t> Clientes</a:t>
            </a:r>
          </a:p>
        </p:txBody>
      </p:sp>
    </p:spTree>
    <p:extLst>
      <p:ext uri="{BB962C8B-B14F-4D97-AF65-F5344CB8AC3E}">
        <p14:creationId xmlns:p14="http://schemas.microsoft.com/office/powerpoint/2010/main" val="412814550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lcf76f155ced4ddcb4097134ff3c332f xmlns="996f600e-0733-4526-a0fb-b18e680a05e7">
      <Terms xmlns="http://schemas.microsoft.com/office/infopath/2007/PartnerControls"/>
    </lcf76f155ced4ddcb4097134ff3c332f>
    <TaxCatchAll xmlns="137de72a-d4ba-42bd-86fe-71b4bed90a39" xsi:nil="true"/>
    <_ip_UnifiedCompliancePolicyProperties xmlns="http://schemas.microsoft.com/sharepoint/v3" xsi:nil="true"/>
    <_Flow_SignoffStatus xmlns="996f600e-0733-4526-a0fb-b18e680a05e7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BD8796E1EBEF0447B8A50267FB38BA07" ma:contentTypeVersion="21" ma:contentTypeDescription="Crie um novo documento." ma:contentTypeScope="" ma:versionID="51b69d7bf1e80634fb6243a48f7b967a">
  <xsd:schema xmlns:xsd="http://www.w3.org/2001/XMLSchema" xmlns:xs="http://www.w3.org/2001/XMLSchema" xmlns:p="http://schemas.microsoft.com/office/2006/metadata/properties" xmlns:ns1="http://schemas.microsoft.com/sharepoint/v3" xmlns:ns2="137de72a-d4ba-42bd-86fe-71b4bed90a39" xmlns:ns3="996f600e-0733-4526-a0fb-b18e680a05e7" targetNamespace="http://schemas.microsoft.com/office/2006/metadata/properties" ma:root="true" ma:fieldsID="ff2cafffd62144788c92268155a1b106" ns1:_="" ns2:_="" ns3:_="">
    <xsd:import namespace="http://schemas.microsoft.com/sharepoint/v3"/>
    <xsd:import namespace="137de72a-d4ba-42bd-86fe-71b4bed90a39"/>
    <xsd:import namespace="996f600e-0733-4526-a0fb-b18e680a05e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DateTaken" minOccurs="0"/>
                <xsd:element ref="ns3:MediaServiceOCR" minOccurs="0"/>
                <xsd:element ref="ns3:MediaServiceEventHashCode" minOccurs="0"/>
                <xsd:element ref="ns3:MediaServiceGenerationTime" minOccurs="0"/>
                <xsd:element ref="ns3:MediaServiceLocation" minOccurs="0"/>
                <xsd:element ref="ns1:_ip_UnifiedCompliancePolicyProperties" minOccurs="0"/>
                <xsd:element ref="ns1:_ip_UnifiedCompliancePolicyUIAction" minOccurs="0"/>
                <xsd:element ref="ns3:MediaServiceAutoKeyPoints" minOccurs="0"/>
                <xsd:element ref="ns3:MediaServiceKeyPoints" minOccurs="0"/>
                <xsd:element ref="ns3:_Flow_SignoffStatus" minOccurs="0"/>
                <xsd:element ref="ns3:MediaLengthInSeconds" minOccurs="0"/>
                <xsd:element ref="ns3:MediaServiceSearchProperties" minOccurs="0"/>
                <xsd:element ref="ns3:lcf76f155ced4ddcb4097134ff3c332f" minOccurs="0"/>
                <xsd:element ref="ns2:TaxCatchAll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8" nillable="true" ma:displayName="Propriedades da Política de Conformidade Unificada" ma:hidden="true" ma:internalName="_ip_UnifiedCompliancePolicyProperties">
      <xsd:simpleType>
        <xsd:restriction base="dms:Note"/>
      </xsd:simpleType>
    </xsd:element>
    <xsd:element name="_ip_UnifiedCompliancePolicyUIAction" ma:index="19" nillable="true" ma:displayName="Ação de Interface do Usuário da Política de Conformidade Unificada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37de72a-d4ba-42bd-86fe-71b4bed90a39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lhado com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hes de Compartilhado Com" ma:description="" ma:internalName="SharedWithDetails" ma:readOnly="true">
      <xsd:simpleType>
        <xsd:restriction base="dms:Note">
          <xsd:maxLength value="255"/>
        </xsd:restriction>
      </xsd:simpleType>
    </xsd:element>
    <xsd:element name="TaxCatchAll" ma:index="27" nillable="true" ma:displayName="Taxonomy Catch All Column" ma:hidden="true" ma:list="{7c29a83d-9d72-4be0-874c-6931bbb95da7}" ma:internalName="TaxCatchAll" ma:showField="CatchAllData" ma:web="137de72a-d4ba-42bd-86fe-71b4bed90a3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6f600e-0733-4526-a0fb-b18e680a05e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2" nillable="true" ma:displayName="MediaServiceAutoTags" ma:description="" ma:internalName="MediaServiceAutoTags" ma:readOnly="true">
      <xsd:simpleType>
        <xsd:restriction base="dms:Text"/>
      </xsd:simpleType>
    </xsd:element>
    <xsd:element name="MediaServiceDateTaken" ma:index="13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OCR" ma:index="14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2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Flow_SignoffStatus" ma:index="22" nillable="true" ma:displayName="Status de liberação" ma:internalName="Status_x0020_de_x0020_libera_x00e7__x00e3_o">
      <xsd:simpleType>
        <xsd:restriction base="dms:Text"/>
      </xsd:simple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26" nillable="true" ma:taxonomy="true" ma:internalName="lcf76f155ced4ddcb4097134ff3c332f" ma:taxonomyFieldName="MediaServiceImageTags" ma:displayName="Marcações de imagem" ma:readOnly="false" ma:fieldId="{5cf76f15-5ced-4ddc-b409-7134ff3c332f}" ma:taxonomyMulti="true" ma:sspId="a0ac124d-5430-4444-b94a-4a207a2bbed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8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AE51230-9E4E-4FDB-9D86-2789E42C678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CFDE38A-F306-4C4A-AFC1-208A8755E640}">
  <ds:schemaRefs>
    <ds:schemaRef ds:uri="http://purl.org/dc/elements/1.1/"/>
    <ds:schemaRef ds:uri="http://schemas.microsoft.com/sharepoint/v3"/>
    <ds:schemaRef ds:uri="http://schemas.openxmlformats.org/package/2006/metadata/core-properties"/>
    <ds:schemaRef ds:uri="http://purl.org/dc/terms/"/>
    <ds:schemaRef ds:uri="http://schemas.microsoft.com/office/infopath/2007/PartnerControls"/>
    <ds:schemaRef ds:uri="http://schemas.microsoft.com/office/2006/documentManagement/types"/>
    <ds:schemaRef ds:uri="996f600e-0733-4526-a0fb-b18e680a05e7"/>
    <ds:schemaRef ds:uri="http://schemas.microsoft.com/office/2006/metadata/properties"/>
    <ds:schemaRef ds:uri="137de72a-d4ba-42bd-86fe-71b4bed90a39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56FEFCE5-4A7D-48BD-A3A8-BA9D11A8CFE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137de72a-d4ba-42bd-86fe-71b4bed90a39"/>
    <ds:schemaRef ds:uri="996f600e-0733-4526-a0fb-b18e680a05e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17766</TotalTime>
  <Words>68</Words>
  <Application>Microsoft Office PowerPoint</Application>
  <PresentationFormat>Personalizar</PresentationFormat>
  <Paragraphs>14</Paragraphs>
  <Slides>12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8" baseType="lpstr">
      <vt:lpstr>Arial</vt:lpstr>
      <vt:lpstr>Calibri</vt:lpstr>
      <vt:lpstr>Calibri Light</vt:lpstr>
      <vt:lpstr>Din</vt:lpstr>
      <vt:lpstr>Segoe UI</vt:lpstr>
      <vt:lpstr>Tema do Office 2013 - 2022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Alon Pinheiro</dc:creator>
  <cp:lastModifiedBy>Renan Santos Ferreira</cp:lastModifiedBy>
  <cp:revision>86</cp:revision>
  <dcterms:created xsi:type="dcterms:W3CDTF">2021-01-25T21:40:29Z</dcterms:created>
  <dcterms:modified xsi:type="dcterms:W3CDTF">2026-04-23T20:54:10Z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ba52d44-af58-4f66-8659-3c1b8d659d72_Enabled">
    <vt:lpwstr>true</vt:lpwstr>
  </property>
  <property fmtid="{D5CDD505-2E9C-101B-9397-08002B2CF9AE}" pid="3" name="MSIP_Label_3ba52d44-af58-4f66-8659-3c1b8d659d72_SetDate">
    <vt:lpwstr>2025-04-21T17:37:46Z</vt:lpwstr>
  </property>
  <property fmtid="{D5CDD505-2E9C-101B-9397-08002B2CF9AE}" pid="4" name="MSIP_Label_3ba52d44-af58-4f66-8659-3c1b8d659d72_Method">
    <vt:lpwstr>Privileged</vt:lpwstr>
  </property>
  <property fmtid="{D5CDD505-2E9C-101B-9397-08002B2CF9AE}" pid="5" name="MSIP_Label_3ba52d44-af58-4f66-8659-3c1b8d659d72_Name">
    <vt:lpwstr>3ba52d44-af58-4f66-8659-3c1b8d659d72</vt:lpwstr>
  </property>
  <property fmtid="{D5CDD505-2E9C-101B-9397-08002B2CF9AE}" pid="6" name="MSIP_Label_3ba52d44-af58-4f66-8659-3c1b8d659d72_SiteId">
    <vt:lpwstr>461fd7ef-0eb3-4420-b044-310dc2914d64</vt:lpwstr>
  </property>
  <property fmtid="{D5CDD505-2E9C-101B-9397-08002B2CF9AE}" pid="7" name="MSIP_Label_3ba52d44-af58-4f66-8659-3c1b8d659d72_ActionId">
    <vt:lpwstr>7ef89e69-af4a-4a1c-ba6c-35ca88c6a98d</vt:lpwstr>
  </property>
  <property fmtid="{D5CDD505-2E9C-101B-9397-08002B2CF9AE}" pid="8" name="MSIP_Label_3ba52d44-af58-4f66-8659-3c1b8d659d72_ContentBits">
    <vt:lpwstr>2</vt:lpwstr>
  </property>
  <property fmtid="{D5CDD505-2E9C-101B-9397-08002B2CF9AE}" pid="9" name="MSIP_Label_3ba52d44-af58-4f66-8659-3c1b8d659d72_Tag">
    <vt:lpwstr>10, 0, 1, 1</vt:lpwstr>
  </property>
  <property fmtid="{D5CDD505-2E9C-101B-9397-08002B2CF9AE}" pid="10" name="ClassificationContentMarkingFooterLocations">
    <vt:lpwstr>Tema do Office:8</vt:lpwstr>
  </property>
  <property fmtid="{D5CDD505-2E9C-101B-9397-08002B2CF9AE}" pid="11" name="ClassificationContentMarkingFooterText">
    <vt:lpwstr>This content is Internal.</vt:lpwstr>
  </property>
  <property fmtid="{D5CDD505-2E9C-101B-9397-08002B2CF9AE}" pid="12" name="ContentTypeId">
    <vt:lpwstr>0x010100BD8796E1EBEF0447B8A50267FB38BA07</vt:lpwstr>
  </property>
</Properties>
</file>