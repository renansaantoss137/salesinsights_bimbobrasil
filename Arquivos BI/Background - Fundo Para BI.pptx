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431" r:id="rId5"/>
    <p:sldId id="440" r:id="rId6"/>
    <p:sldId id="434" r:id="rId7"/>
    <p:sldId id="435" r:id="rId8"/>
    <p:sldId id="379" r:id="rId9"/>
    <p:sldId id="432" r:id="rId10"/>
    <p:sldId id="433" r:id="rId11"/>
    <p:sldId id="436" r:id="rId12"/>
    <p:sldId id="437" r:id="rId13"/>
    <p:sldId id="438" r:id="rId14"/>
    <p:sldId id="439" r:id="rId15"/>
  </p:sldIdLst>
  <p:sldSz cx="51200050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233"/>
    <a:srgbClr val="E89B26"/>
    <a:srgbClr val="DBDFE1"/>
    <a:srgbClr val="F4F5F6"/>
    <a:srgbClr val="021722"/>
    <a:srgbClr val="C17B10"/>
    <a:srgbClr val="031823"/>
    <a:srgbClr val="A6A9AD"/>
    <a:srgbClr val="CCD2D5"/>
    <a:srgbClr val="8DA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15" autoAdjust="0"/>
    <p:restoredTop sz="96283" autoAdjust="0"/>
  </p:normalViewPr>
  <p:slideViewPr>
    <p:cSldViewPr snapToGrid="0">
      <p:cViewPr>
        <p:scale>
          <a:sx n="66" d="100"/>
          <a:sy n="66" d="100"/>
        </p:scale>
        <p:origin x="-5454" y="-3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007" y="4713407"/>
            <a:ext cx="38400038" cy="10026815"/>
          </a:xfrm>
        </p:spPr>
        <p:txBody>
          <a:bodyPr anchor="b"/>
          <a:lstStyle>
            <a:lvl1pPr algn="ctr">
              <a:defRPr sz="2519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007" y="15126892"/>
            <a:ext cx="38400038" cy="6953434"/>
          </a:xfrm>
        </p:spPr>
        <p:txBody>
          <a:bodyPr/>
          <a:lstStyle>
            <a:lvl1pPr marL="0" indent="0" algn="ctr">
              <a:buNone/>
              <a:defRPr sz="10079"/>
            </a:lvl1pPr>
            <a:lvl2pPr marL="1920011" indent="0" algn="ctr">
              <a:buNone/>
              <a:defRPr sz="8399"/>
            </a:lvl2pPr>
            <a:lvl3pPr marL="3840023" indent="0" algn="ctr">
              <a:buNone/>
              <a:defRPr sz="7559"/>
            </a:lvl3pPr>
            <a:lvl4pPr marL="5760034" indent="0" algn="ctr">
              <a:buNone/>
              <a:defRPr sz="6719"/>
            </a:lvl4pPr>
            <a:lvl5pPr marL="7680046" indent="0" algn="ctr">
              <a:buNone/>
              <a:defRPr sz="6719"/>
            </a:lvl5pPr>
            <a:lvl6pPr marL="9600057" indent="0" algn="ctr">
              <a:buNone/>
              <a:defRPr sz="6719"/>
            </a:lvl6pPr>
            <a:lvl7pPr marL="11520068" indent="0" algn="ctr">
              <a:buNone/>
              <a:defRPr sz="6719"/>
            </a:lvl7pPr>
            <a:lvl8pPr marL="13440080" indent="0" algn="ctr">
              <a:buNone/>
              <a:defRPr sz="6719"/>
            </a:lvl8pPr>
            <a:lvl9pPr marL="15360091" indent="0" algn="ctr">
              <a:buNone/>
              <a:defRPr sz="671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184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59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338" y="7180112"/>
            <a:ext cx="44160043" cy="11980175"/>
          </a:xfrm>
        </p:spPr>
        <p:txBody>
          <a:bodyPr anchor="b"/>
          <a:lstStyle>
            <a:lvl1pPr>
              <a:defRPr sz="2519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338" y="19273624"/>
            <a:ext cx="44160043" cy="6300091"/>
          </a:xfrm>
        </p:spPr>
        <p:txBody>
          <a:bodyPr/>
          <a:lstStyle>
            <a:lvl1pPr marL="0" indent="0">
              <a:buNone/>
              <a:defRPr sz="10079">
                <a:solidFill>
                  <a:schemeClr val="tx1">
                    <a:tint val="75000"/>
                  </a:schemeClr>
                </a:solidFill>
              </a:defRPr>
            </a:lvl1pPr>
            <a:lvl2pPr marL="1920011" indent="0">
              <a:buNone/>
              <a:defRPr sz="8399">
                <a:solidFill>
                  <a:schemeClr val="tx1">
                    <a:tint val="75000"/>
                  </a:schemeClr>
                </a:solidFill>
              </a:defRPr>
            </a:lvl2pPr>
            <a:lvl3pPr marL="3840023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3pPr>
            <a:lvl4pPr marL="5760034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4pPr>
            <a:lvl5pPr marL="7680046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5pPr>
            <a:lvl6pPr marL="9600057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6pPr>
            <a:lvl7pPr marL="11520068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7pPr>
            <a:lvl8pPr marL="13440080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8pPr>
            <a:lvl9pPr marL="15360091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73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004" y="7666782"/>
            <a:ext cx="21760021" cy="1827360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0025" y="7666782"/>
            <a:ext cx="21760021" cy="1827360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70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73" y="1533360"/>
            <a:ext cx="44160043" cy="556675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6675" y="7060108"/>
            <a:ext cx="21660018" cy="3460049"/>
          </a:xfrm>
        </p:spPr>
        <p:txBody>
          <a:bodyPr anchor="b"/>
          <a:lstStyle>
            <a:lvl1pPr marL="0" indent="0">
              <a:buNone/>
              <a:defRPr sz="10079" b="1"/>
            </a:lvl1pPr>
            <a:lvl2pPr marL="1920011" indent="0">
              <a:buNone/>
              <a:defRPr sz="8399" b="1"/>
            </a:lvl2pPr>
            <a:lvl3pPr marL="3840023" indent="0">
              <a:buNone/>
              <a:defRPr sz="7559" b="1"/>
            </a:lvl3pPr>
            <a:lvl4pPr marL="5760034" indent="0">
              <a:buNone/>
              <a:defRPr sz="6719" b="1"/>
            </a:lvl4pPr>
            <a:lvl5pPr marL="7680046" indent="0">
              <a:buNone/>
              <a:defRPr sz="6719" b="1"/>
            </a:lvl5pPr>
            <a:lvl6pPr marL="9600057" indent="0">
              <a:buNone/>
              <a:defRPr sz="6719" b="1"/>
            </a:lvl6pPr>
            <a:lvl7pPr marL="11520068" indent="0">
              <a:buNone/>
              <a:defRPr sz="6719" b="1"/>
            </a:lvl7pPr>
            <a:lvl8pPr marL="13440080" indent="0">
              <a:buNone/>
              <a:defRPr sz="6719" b="1"/>
            </a:lvl8pPr>
            <a:lvl9pPr marL="15360091" indent="0">
              <a:buNone/>
              <a:defRPr sz="671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6675" y="10520155"/>
            <a:ext cx="21660018" cy="154735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0025" y="7060108"/>
            <a:ext cx="21766690" cy="3460049"/>
          </a:xfrm>
        </p:spPr>
        <p:txBody>
          <a:bodyPr anchor="b"/>
          <a:lstStyle>
            <a:lvl1pPr marL="0" indent="0">
              <a:buNone/>
              <a:defRPr sz="10079" b="1"/>
            </a:lvl1pPr>
            <a:lvl2pPr marL="1920011" indent="0">
              <a:buNone/>
              <a:defRPr sz="8399" b="1"/>
            </a:lvl2pPr>
            <a:lvl3pPr marL="3840023" indent="0">
              <a:buNone/>
              <a:defRPr sz="7559" b="1"/>
            </a:lvl3pPr>
            <a:lvl4pPr marL="5760034" indent="0">
              <a:buNone/>
              <a:defRPr sz="6719" b="1"/>
            </a:lvl4pPr>
            <a:lvl5pPr marL="7680046" indent="0">
              <a:buNone/>
              <a:defRPr sz="6719" b="1"/>
            </a:lvl5pPr>
            <a:lvl6pPr marL="9600057" indent="0">
              <a:buNone/>
              <a:defRPr sz="6719" b="1"/>
            </a:lvl6pPr>
            <a:lvl7pPr marL="11520068" indent="0">
              <a:buNone/>
              <a:defRPr sz="6719" b="1"/>
            </a:lvl7pPr>
            <a:lvl8pPr marL="13440080" indent="0">
              <a:buNone/>
              <a:defRPr sz="6719" b="1"/>
            </a:lvl8pPr>
            <a:lvl9pPr marL="15360091" indent="0">
              <a:buNone/>
              <a:defRPr sz="671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0025" y="10520155"/>
            <a:ext cx="21766690" cy="154735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68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11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21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75" y="1920030"/>
            <a:ext cx="16513346" cy="6720099"/>
          </a:xfrm>
        </p:spPr>
        <p:txBody>
          <a:bodyPr anchor="b"/>
          <a:lstStyle>
            <a:lvl1pPr>
              <a:defRPr sz="134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6691" y="4146732"/>
            <a:ext cx="25920025" cy="20466969"/>
          </a:xfrm>
        </p:spPr>
        <p:txBody>
          <a:bodyPr/>
          <a:lstStyle>
            <a:lvl1pPr>
              <a:defRPr sz="13438"/>
            </a:lvl1pPr>
            <a:lvl2pPr>
              <a:defRPr sz="11759"/>
            </a:lvl2pPr>
            <a:lvl3pPr>
              <a:defRPr sz="10079"/>
            </a:lvl3pPr>
            <a:lvl4pPr>
              <a:defRPr sz="8399"/>
            </a:lvl4pPr>
            <a:lvl5pPr>
              <a:defRPr sz="8399"/>
            </a:lvl5pPr>
            <a:lvl6pPr>
              <a:defRPr sz="8399"/>
            </a:lvl6pPr>
            <a:lvl7pPr>
              <a:defRPr sz="8399"/>
            </a:lvl7pPr>
            <a:lvl8pPr>
              <a:defRPr sz="8399"/>
            </a:lvl8pPr>
            <a:lvl9pPr>
              <a:defRPr sz="83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75" y="8640129"/>
            <a:ext cx="16513346" cy="16006905"/>
          </a:xfrm>
        </p:spPr>
        <p:txBody>
          <a:bodyPr/>
          <a:lstStyle>
            <a:lvl1pPr marL="0" indent="0">
              <a:buNone/>
              <a:defRPr sz="6719"/>
            </a:lvl1pPr>
            <a:lvl2pPr marL="1920011" indent="0">
              <a:buNone/>
              <a:defRPr sz="5879"/>
            </a:lvl2pPr>
            <a:lvl3pPr marL="3840023" indent="0">
              <a:buNone/>
              <a:defRPr sz="5039"/>
            </a:lvl3pPr>
            <a:lvl4pPr marL="5760034" indent="0">
              <a:buNone/>
              <a:defRPr sz="4200"/>
            </a:lvl4pPr>
            <a:lvl5pPr marL="7680046" indent="0">
              <a:buNone/>
              <a:defRPr sz="4200"/>
            </a:lvl5pPr>
            <a:lvl6pPr marL="9600057" indent="0">
              <a:buNone/>
              <a:defRPr sz="4200"/>
            </a:lvl6pPr>
            <a:lvl7pPr marL="11520068" indent="0">
              <a:buNone/>
              <a:defRPr sz="4200"/>
            </a:lvl7pPr>
            <a:lvl8pPr marL="13440080" indent="0">
              <a:buNone/>
              <a:defRPr sz="4200"/>
            </a:lvl8pPr>
            <a:lvl9pPr marL="15360091" indent="0">
              <a:buNone/>
              <a:defRPr sz="4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36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75" y="1920030"/>
            <a:ext cx="16513346" cy="6720099"/>
          </a:xfrm>
        </p:spPr>
        <p:txBody>
          <a:bodyPr anchor="b"/>
          <a:lstStyle>
            <a:lvl1pPr>
              <a:defRPr sz="134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6691" y="4146732"/>
            <a:ext cx="25920025" cy="20466969"/>
          </a:xfrm>
        </p:spPr>
        <p:txBody>
          <a:bodyPr anchor="t"/>
          <a:lstStyle>
            <a:lvl1pPr marL="0" indent="0">
              <a:buNone/>
              <a:defRPr sz="13438"/>
            </a:lvl1pPr>
            <a:lvl2pPr marL="1920011" indent="0">
              <a:buNone/>
              <a:defRPr sz="11759"/>
            </a:lvl2pPr>
            <a:lvl3pPr marL="3840023" indent="0">
              <a:buNone/>
              <a:defRPr sz="10079"/>
            </a:lvl3pPr>
            <a:lvl4pPr marL="5760034" indent="0">
              <a:buNone/>
              <a:defRPr sz="8399"/>
            </a:lvl4pPr>
            <a:lvl5pPr marL="7680046" indent="0">
              <a:buNone/>
              <a:defRPr sz="8399"/>
            </a:lvl5pPr>
            <a:lvl6pPr marL="9600057" indent="0">
              <a:buNone/>
              <a:defRPr sz="8399"/>
            </a:lvl6pPr>
            <a:lvl7pPr marL="11520068" indent="0">
              <a:buNone/>
              <a:defRPr sz="8399"/>
            </a:lvl7pPr>
            <a:lvl8pPr marL="13440080" indent="0">
              <a:buNone/>
              <a:defRPr sz="8399"/>
            </a:lvl8pPr>
            <a:lvl9pPr marL="15360091" indent="0">
              <a:buNone/>
              <a:defRPr sz="83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75" y="8640129"/>
            <a:ext cx="16513346" cy="16006905"/>
          </a:xfrm>
        </p:spPr>
        <p:txBody>
          <a:bodyPr/>
          <a:lstStyle>
            <a:lvl1pPr marL="0" indent="0">
              <a:buNone/>
              <a:defRPr sz="6719"/>
            </a:lvl1pPr>
            <a:lvl2pPr marL="1920011" indent="0">
              <a:buNone/>
              <a:defRPr sz="5879"/>
            </a:lvl2pPr>
            <a:lvl3pPr marL="3840023" indent="0">
              <a:buNone/>
              <a:defRPr sz="5039"/>
            </a:lvl3pPr>
            <a:lvl4pPr marL="5760034" indent="0">
              <a:buNone/>
              <a:defRPr sz="4200"/>
            </a:lvl4pPr>
            <a:lvl5pPr marL="7680046" indent="0">
              <a:buNone/>
              <a:defRPr sz="4200"/>
            </a:lvl5pPr>
            <a:lvl6pPr marL="9600057" indent="0">
              <a:buNone/>
              <a:defRPr sz="4200"/>
            </a:lvl6pPr>
            <a:lvl7pPr marL="11520068" indent="0">
              <a:buNone/>
              <a:defRPr sz="4200"/>
            </a:lvl7pPr>
            <a:lvl8pPr marL="13440080" indent="0">
              <a:buNone/>
              <a:defRPr sz="4200"/>
            </a:lvl8pPr>
            <a:lvl9pPr marL="15360091" indent="0">
              <a:buNone/>
              <a:defRPr sz="4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212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476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0037" y="1533358"/>
            <a:ext cx="11040011" cy="2440702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002" y="1533358"/>
            <a:ext cx="32480032" cy="2440702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77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005" y="1533360"/>
            <a:ext cx="44160043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005" y="7666782"/>
            <a:ext cx="44160043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005" y="26693729"/>
            <a:ext cx="11520011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2B505-841C-4C89-B392-8F545B9B6E7F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0018" y="26693729"/>
            <a:ext cx="17280017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0035" y="26693729"/>
            <a:ext cx="11520011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1FCA55-1A9B-DBF8-2845-15C380F008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3060025" y="27893745"/>
            <a:ext cx="5200005" cy="20512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333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content is Internal.</a:t>
            </a:r>
          </a:p>
        </p:txBody>
      </p:sp>
    </p:spTree>
    <p:extLst>
      <p:ext uri="{BB962C8B-B14F-4D97-AF65-F5344CB8AC3E}">
        <p14:creationId xmlns:p14="http://schemas.microsoft.com/office/powerpoint/2010/main" val="310781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840023" rtl="0" eaLnBrk="1" latinLnBrk="0" hangingPunct="1">
        <a:lnSpc>
          <a:spcPct val="90000"/>
        </a:lnSpc>
        <a:spcBef>
          <a:spcPct val="0"/>
        </a:spcBef>
        <a:buNone/>
        <a:defRPr sz="184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006" indent="-960006" algn="l" defTabSz="3840023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59" kern="1200">
          <a:solidFill>
            <a:schemeClr val="tx1"/>
          </a:solidFill>
          <a:latin typeface="+mn-lt"/>
          <a:ea typeface="+mn-ea"/>
          <a:cs typeface="+mn-cs"/>
        </a:defRPr>
      </a:lvl1pPr>
      <a:lvl2pPr marL="2880017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79" kern="1200">
          <a:solidFill>
            <a:schemeClr val="tx1"/>
          </a:solidFill>
          <a:latin typeface="+mn-lt"/>
          <a:ea typeface="+mn-ea"/>
          <a:cs typeface="+mn-cs"/>
        </a:defRPr>
      </a:lvl2pPr>
      <a:lvl3pPr marL="4800029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399" kern="1200">
          <a:solidFill>
            <a:schemeClr val="tx1"/>
          </a:solidFill>
          <a:latin typeface="+mn-lt"/>
          <a:ea typeface="+mn-ea"/>
          <a:cs typeface="+mn-cs"/>
        </a:defRPr>
      </a:lvl3pPr>
      <a:lvl4pPr marL="6720040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4pPr>
      <a:lvl5pPr marL="8640051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5pPr>
      <a:lvl6pPr marL="10560063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6pPr>
      <a:lvl7pPr marL="12480074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7pPr>
      <a:lvl8pPr marL="14400086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8pPr>
      <a:lvl9pPr marL="16320097" indent="-960006" algn="l" defTabSz="3840023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1pPr>
      <a:lvl2pPr marL="1920011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840023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3pPr>
      <a:lvl4pPr marL="5760034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4pPr>
      <a:lvl5pPr marL="7680046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5pPr>
      <a:lvl6pPr marL="9600057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6pPr>
      <a:lvl7pPr marL="11520068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7pPr>
      <a:lvl8pPr marL="13440080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8pPr>
      <a:lvl9pPr marL="15360091" algn="l" defTabSz="3840023" rtl="0" eaLnBrk="1" latinLnBrk="0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C54A-321F-6C7E-9988-55E49CC9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29814DD-975D-EDE3-7A16-2EF48A318BD2}"/>
              </a:ext>
            </a:extLst>
          </p:cNvPr>
          <p:cNvSpPr/>
          <p:nvPr/>
        </p:nvSpPr>
        <p:spPr>
          <a:xfrm>
            <a:off x="17472027" y="9852690"/>
            <a:ext cx="16255996" cy="911954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D59DFDA-B0C6-B13A-7594-6DB2E1D505FA}"/>
              </a:ext>
            </a:extLst>
          </p:cNvPr>
          <p:cNvSpPr/>
          <p:nvPr/>
        </p:nvSpPr>
        <p:spPr>
          <a:xfrm>
            <a:off x="17587321" y="9925420"/>
            <a:ext cx="995739" cy="9046812"/>
          </a:xfrm>
          <a:prstGeom prst="roundRect">
            <a:avLst>
              <a:gd name="adj" fmla="val 24349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pt-BR" sz="3467" dirty="0">
              <a:solidFill>
                <a:schemeClr val="bg1"/>
              </a:solidFill>
              <a:latin typeface="Din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ECB4BF2-6B98-F92A-4A5F-1CAB65F2FB63}"/>
              </a:ext>
            </a:extLst>
          </p:cNvPr>
          <p:cNvGrpSpPr/>
          <p:nvPr/>
        </p:nvGrpSpPr>
        <p:grpSpPr>
          <a:xfrm>
            <a:off x="18698354" y="9925420"/>
            <a:ext cx="14918545" cy="995739"/>
            <a:chOff x="18680926" y="9879347"/>
            <a:chExt cx="14002071" cy="1122481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B983C720-35C6-6CA7-9956-F3C1097227BF}"/>
                </a:ext>
              </a:extLst>
            </p:cNvPr>
            <p:cNvSpPr/>
            <p:nvPr/>
          </p:nvSpPr>
          <p:spPr>
            <a:xfrm rot="16200000">
              <a:off x="25120721" y="3439552"/>
              <a:ext cx="1122481" cy="14002071"/>
            </a:xfrm>
            <a:prstGeom prst="roundRect">
              <a:avLst>
                <a:gd name="adj" fmla="val 24349"/>
              </a:avLst>
            </a:prstGeom>
            <a:gradFill flip="none" rotWithShape="1">
              <a:gsLst>
                <a:gs pos="0">
                  <a:srgbClr val="05324B"/>
                </a:gs>
                <a:gs pos="62000">
                  <a:srgbClr val="032030"/>
                </a:gs>
                <a:gs pos="76000">
                  <a:srgbClr val="032030"/>
                </a:gs>
                <a:gs pos="100000">
                  <a:srgbClr val="032030"/>
                </a:gs>
              </a:gsLst>
              <a:lin ang="2700000" scaled="1"/>
              <a:tileRect/>
            </a:gradFill>
            <a:ln>
              <a:solidFill>
                <a:srgbClr val="074365"/>
              </a:solidFill>
            </a:ln>
            <a:effectLst>
              <a:outerShdw blurRad="50800" dist="38100" dir="33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pt-BR" sz="3467" dirty="0">
                <a:solidFill>
                  <a:schemeClr val="bg1"/>
                </a:solidFill>
                <a:latin typeface="Din"/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468BD63E-78EC-B1E7-EA8E-FA2A62300531}"/>
                </a:ext>
              </a:extLst>
            </p:cNvPr>
            <p:cNvSpPr txBox="1"/>
            <p:nvPr/>
          </p:nvSpPr>
          <p:spPr>
            <a:xfrm>
              <a:off x="18891466" y="10005809"/>
              <a:ext cx="13791531" cy="58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Din"/>
                </a:rPr>
                <a:t>Sales Insights – Visão Executiva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41C1DBA-F2A3-A81A-025D-DB0CB07A0C2C}"/>
                </a:ext>
              </a:extLst>
            </p:cNvPr>
            <p:cNvSpPr txBox="1"/>
            <p:nvPr/>
          </p:nvSpPr>
          <p:spPr>
            <a:xfrm>
              <a:off x="18891466" y="10581735"/>
              <a:ext cx="13791531" cy="346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bg2">
                      <a:lumMod val="90000"/>
                    </a:schemeClr>
                  </a:solidFill>
                  <a:latin typeface="Din"/>
                </a:rPr>
                <a:t>Bimbo Brasil</a:t>
              </a:r>
              <a:r>
                <a:rPr lang="pt-BR" sz="1400" b="0" i="0" dirty="0">
                  <a:solidFill>
                    <a:schemeClr val="bg2">
                      <a:lumMod val="90000"/>
                    </a:schemeClr>
                  </a:solidFill>
                  <a:effectLst/>
                  <a:latin typeface="Segoe UI" panose="020B0502040204020203" pitchFamily="34" charset="0"/>
                </a:rPr>
                <a:t> · Controladoria DNA</a:t>
              </a:r>
              <a:endParaRPr lang="pt-BR" sz="1400" dirty="0">
                <a:solidFill>
                  <a:schemeClr val="bg2">
                    <a:lumMod val="90000"/>
                  </a:schemeClr>
                </a:solidFill>
                <a:latin typeface="Din"/>
              </a:endParaRPr>
            </a:p>
          </p:txBody>
        </p:sp>
      </p:grp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D47BA7C0-4604-0164-6353-C6A63304EA5D}"/>
              </a:ext>
            </a:extLst>
          </p:cNvPr>
          <p:cNvSpPr/>
          <p:nvPr/>
        </p:nvSpPr>
        <p:spPr>
          <a:xfrm>
            <a:off x="18698354" y="12748980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54CE131E-9AA6-5376-F90A-BA4B311AFBBF}"/>
              </a:ext>
            </a:extLst>
          </p:cNvPr>
          <p:cNvSpPr/>
          <p:nvPr/>
        </p:nvSpPr>
        <p:spPr>
          <a:xfrm>
            <a:off x="22090681" y="11075213"/>
            <a:ext cx="2573924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44F082B5-0DA2-56FE-C6D7-56119385B762}"/>
              </a:ext>
            </a:extLst>
          </p:cNvPr>
          <p:cNvSpPr/>
          <p:nvPr/>
        </p:nvSpPr>
        <p:spPr>
          <a:xfrm>
            <a:off x="24877460" y="11075213"/>
            <a:ext cx="2573924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86FCBD4A-570D-099B-EDF6-19810CBAF97E}"/>
              </a:ext>
            </a:extLst>
          </p:cNvPr>
          <p:cNvSpPr/>
          <p:nvPr/>
        </p:nvSpPr>
        <p:spPr>
          <a:xfrm>
            <a:off x="27664239" y="11075213"/>
            <a:ext cx="2573924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Imagem 65" descr="Ícone&#10;&#10;O conteúdo gerado por IA pode estar incorreto.">
            <a:extLst>
              <a:ext uri="{FF2B5EF4-FFF2-40B4-BE49-F238E27FC236}">
                <a16:creationId xmlns:a16="http://schemas.microsoft.com/office/drawing/2014/main" id="{83ABFDCB-63D0-18AA-5162-9C42B90F83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39" y="13678050"/>
            <a:ext cx="532661" cy="532661"/>
          </a:xfrm>
          <a:prstGeom prst="rect">
            <a:avLst/>
          </a:prstGeom>
        </p:spPr>
      </p:pic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89E6F8FC-7B3D-CA4C-9D48-5EF723113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1586643"/>
            <a:ext cx="532661" cy="53266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68" name="Imagem 67" descr="Ícone&#10;&#10;O conteúdo gerado por IA pode estar incorreto.">
            <a:extLst>
              <a:ext uri="{FF2B5EF4-FFF2-40B4-BE49-F238E27FC236}">
                <a16:creationId xmlns:a16="http://schemas.microsoft.com/office/drawing/2014/main" id="{9B121555-8D51-DA4C-E218-3EE23B5F35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2646861"/>
            <a:ext cx="532660" cy="53266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83D9E9F-4D34-8BB4-9110-82A1561CF348}"/>
              </a:ext>
            </a:extLst>
          </p:cNvPr>
          <p:cNvSpPr/>
          <p:nvPr/>
        </p:nvSpPr>
        <p:spPr>
          <a:xfrm>
            <a:off x="18712533" y="15935112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E49FDCD-F019-02B3-753A-9CFE5FA4CD09}"/>
              </a:ext>
            </a:extLst>
          </p:cNvPr>
          <p:cNvSpPr/>
          <p:nvPr/>
        </p:nvSpPr>
        <p:spPr>
          <a:xfrm>
            <a:off x="26215274" y="12748980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AF68628-B478-6B5E-90B8-5D3ED4697BC5}"/>
              </a:ext>
            </a:extLst>
          </p:cNvPr>
          <p:cNvSpPr/>
          <p:nvPr/>
        </p:nvSpPr>
        <p:spPr>
          <a:xfrm>
            <a:off x="26229453" y="15935112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70849AE4-57F9-087C-12D5-068756557C5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027" y="10066769"/>
            <a:ext cx="713039" cy="7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18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7BF9-83B2-852A-A161-C0CD462C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D762C590-A456-EFBF-6045-4D09FBB9AA19}"/>
              </a:ext>
            </a:extLst>
          </p:cNvPr>
          <p:cNvSpPr/>
          <p:nvPr/>
        </p:nvSpPr>
        <p:spPr>
          <a:xfrm>
            <a:off x="17472027" y="9852690"/>
            <a:ext cx="16255996" cy="911954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1169F5E-867B-0A28-68AC-7DB157D376BF}"/>
              </a:ext>
            </a:extLst>
          </p:cNvPr>
          <p:cNvSpPr/>
          <p:nvPr/>
        </p:nvSpPr>
        <p:spPr>
          <a:xfrm>
            <a:off x="17587321" y="9925420"/>
            <a:ext cx="995739" cy="9046812"/>
          </a:xfrm>
          <a:prstGeom prst="roundRect">
            <a:avLst>
              <a:gd name="adj" fmla="val 24349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pt-BR" sz="3467" dirty="0">
              <a:solidFill>
                <a:schemeClr val="bg1"/>
              </a:solidFill>
              <a:latin typeface="Din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BD0783E-CEDB-EFFC-510E-96F00A1F10BC}"/>
              </a:ext>
            </a:extLst>
          </p:cNvPr>
          <p:cNvGrpSpPr/>
          <p:nvPr/>
        </p:nvGrpSpPr>
        <p:grpSpPr>
          <a:xfrm>
            <a:off x="18698354" y="9925420"/>
            <a:ext cx="14918545" cy="995739"/>
            <a:chOff x="18680926" y="9879347"/>
            <a:chExt cx="14002071" cy="1122481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5D1B0545-E46C-4D76-E185-852F47E9B952}"/>
                </a:ext>
              </a:extLst>
            </p:cNvPr>
            <p:cNvSpPr/>
            <p:nvPr/>
          </p:nvSpPr>
          <p:spPr>
            <a:xfrm rot="16200000">
              <a:off x="25120721" y="3439552"/>
              <a:ext cx="1122481" cy="14002071"/>
            </a:xfrm>
            <a:prstGeom prst="roundRect">
              <a:avLst>
                <a:gd name="adj" fmla="val 24349"/>
              </a:avLst>
            </a:prstGeom>
            <a:gradFill flip="none" rotWithShape="1">
              <a:gsLst>
                <a:gs pos="0">
                  <a:srgbClr val="05324B"/>
                </a:gs>
                <a:gs pos="62000">
                  <a:srgbClr val="032030"/>
                </a:gs>
                <a:gs pos="76000">
                  <a:srgbClr val="032030"/>
                </a:gs>
                <a:gs pos="100000">
                  <a:srgbClr val="032030"/>
                </a:gs>
              </a:gsLst>
              <a:lin ang="2700000" scaled="1"/>
              <a:tileRect/>
            </a:gradFill>
            <a:ln>
              <a:solidFill>
                <a:srgbClr val="074365"/>
              </a:solidFill>
            </a:ln>
            <a:effectLst>
              <a:outerShdw blurRad="50800" dist="38100" dir="33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pt-BR" sz="3467" dirty="0">
                <a:solidFill>
                  <a:schemeClr val="bg1"/>
                </a:solidFill>
                <a:latin typeface="Din"/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6BB21F92-799C-7CFC-3B02-FE0E0585FDFA}"/>
                </a:ext>
              </a:extLst>
            </p:cNvPr>
            <p:cNvSpPr txBox="1"/>
            <p:nvPr/>
          </p:nvSpPr>
          <p:spPr>
            <a:xfrm>
              <a:off x="18891466" y="10005809"/>
              <a:ext cx="13791531" cy="58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Din"/>
                </a:rPr>
                <a:t>Sales Insights – Visão Executiva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598B92C-FD88-C6BE-A4A0-3620EF395904}"/>
                </a:ext>
              </a:extLst>
            </p:cNvPr>
            <p:cNvSpPr txBox="1"/>
            <p:nvPr/>
          </p:nvSpPr>
          <p:spPr>
            <a:xfrm>
              <a:off x="18891466" y="10581735"/>
              <a:ext cx="13791531" cy="346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bg2">
                      <a:lumMod val="90000"/>
                    </a:schemeClr>
                  </a:solidFill>
                  <a:latin typeface="Din"/>
                </a:rPr>
                <a:t>Bimbo Brasil</a:t>
              </a:r>
              <a:r>
                <a:rPr lang="pt-BR" sz="1400" b="0" i="0" dirty="0">
                  <a:solidFill>
                    <a:schemeClr val="bg2">
                      <a:lumMod val="90000"/>
                    </a:schemeClr>
                  </a:solidFill>
                  <a:effectLst/>
                  <a:latin typeface="Segoe UI" panose="020B0502040204020203" pitchFamily="34" charset="0"/>
                </a:rPr>
                <a:t> · Controladoria DNA</a:t>
              </a:r>
              <a:endParaRPr lang="pt-BR" sz="1400" dirty="0">
                <a:solidFill>
                  <a:schemeClr val="bg2">
                    <a:lumMod val="90000"/>
                  </a:schemeClr>
                </a:solidFill>
                <a:latin typeface="Din"/>
              </a:endParaRPr>
            </a:p>
          </p:txBody>
        </p:sp>
      </p:grp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E09BF12-3B07-678F-BD0E-5C95075CC238}"/>
              </a:ext>
            </a:extLst>
          </p:cNvPr>
          <p:cNvSpPr/>
          <p:nvPr/>
        </p:nvSpPr>
        <p:spPr>
          <a:xfrm>
            <a:off x="26218798" y="11056799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Imagem 65" descr="Ícone&#10;&#10;O conteúdo gerado por IA pode estar incorreto.">
            <a:extLst>
              <a:ext uri="{FF2B5EF4-FFF2-40B4-BE49-F238E27FC236}">
                <a16:creationId xmlns:a16="http://schemas.microsoft.com/office/drawing/2014/main" id="{CB381AAB-8552-7FB7-A48E-390A782E90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39" y="13678050"/>
            <a:ext cx="532661" cy="532661"/>
          </a:xfrm>
          <a:prstGeom prst="rect">
            <a:avLst/>
          </a:prstGeom>
        </p:spPr>
      </p:pic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0F9ABD0C-BD0F-D960-4787-953D9EB8A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1586643"/>
            <a:ext cx="532661" cy="53266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68" name="Imagem 67" descr="Ícone&#10;&#10;O conteúdo gerado por IA pode estar incorreto.">
            <a:extLst>
              <a:ext uri="{FF2B5EF4-FFF2-40B4-BE49-F238E27FC236}">
                <a16:creationId xmlns:a16="http://schemas.microsoft.com/office/drawing/2014/main" id="{471D48B9-163C-C64A-26DE-D0FD6C3C176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2646861"/>
            <a:ext cx="532660" cy="53266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BAD60BD-161D-7BA3-D129-B0C630C6E1EA}"/>
              </a:ext>
            </a:extLst>
          </p:cNvPr>
          <p:cNvSpPr/>
          <p:nvPr/>
        </p:nvSpPr>
        <p:spPr>
          <a:xfrm>
            <a:off x="18712533" y="12692151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DD85015-A27E-90C9-5F03-CA4F858F0BFD}"/>
              </a:ext>
            </a:extLst>
          </p:cNvPr>
          <p:cNvSpPr/>
          <p:nvPr/>
        </p:nvSpPr>
        <p:spPr>
          <a:xfrm>
            <a:off x="26218798" y="14210711"/>
            <a:ext cx="7387446" cy="4704618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614608D-5A80-F06D-D026-FE9692B66E79}"/>
              </a:ext>
            </a:extLst>
          </p:cNvPr>
          <p:cNvSpPr/>
          <p:nvPr/>
        </p:nvSpPr>
        <p:spPr>
          <a:xfrm>
            <a:off x="18709573" y="15841810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C5C0B3E-5D3D-C23B-388D-B9E3AE4CC77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027" y="10066769"/>
            <a:ext cx="713039" cy="713039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9D9796C-26DA-572B-9F35-9683714ACBCF}"/>
              </a:ext>
            </a:extLst>
          </p:cNvPr>
          <p:cNvSpPr/>
          <p:nvPr/>
        </p:nvSpPr>
        <p:spPr>
          <a:xfrm>
            <a:off x="23721019" y="11068944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0A63148-46F2-1B39-4E5B-49E6AED36A59}"/>
              </a:ext>
            </a:extLst>
          </p:cNvPr>
          <p:cNvSpPr/>
          <p:nvPr/>
        </p:nvSpPr>
        <p:spPr>
          <a:xfrm>
            <a:off x="21215296" y="11081482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E1761A0-E542-5D0A-765B-B18202975CB0}"/>
              </a:ext>
            </a:extLst>
          </p:cNvPr>
          <p:cNvSpPr/>
          <p:nvPr/>
        </p:nvSpPr>
        <p:spPr>
          <a:xfrm>
            <a:off x="18709573" y="11068944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6524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BF4CB-7A59-C23D-8275-AEDCAB30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B85139BC-A3E7-8080-4CE3-A574D280494C}"/>
              </a:ext>
            </a:extLst>
          </p:cNvPr>
          <p:cNvSpPr/>
          <p:nvPr/>
        </p:nvSpPr>
        <p:spPr>
          <a:xfrm>
            <a:off x="17472027" y="9852690"/>
            <a:ext cx="16255996" cy="911954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89421A9-E410-D9C6-FB2F-65B7D9455C4A}"/>
              </a:ext>
            </a:extLst>
          </p:cNvPr>
          <p:cNvSpPr/>
          <p:nvPr/>
        </p:nvSpPr>
        <p:spPr>
          <a:xfrm>
            <a:off x="17587321" y="9925420"/>
            <a:ext cx="995739" cy="9046812"/>
          </a:xfrm>
          <a:prstGeom prst="roundRect">
            <a:avLst>
              <a:gd name="adj" fmla="val 24349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pt-BR" sz="3467" dirty="0">
              <a:solidFill>
                <a:schemeClr val="bg1"/>
              </a:solidFill>
              <a:latin typeface="Din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C2F52E4-B050-882E-7E74-F7A685B0F9A3}"/>
              </a:ext>
            </a:extLst>
          </p:cNvPr>
          <p:cNvGrpSpPr/>
          <p:nvPr/>
        </p:nvGrpSpPr>
        <p:grpSpPr>
          <a:xfrm>
            <a:off x="18698354" y="9925420"/>
            <a:ext cx="14918545" cy="995739"/>
            <a:chOff x="18680926" y="9879347"/>
            <a:chExt cx="14002071" cy="1122481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CD829ED4-59B7-69F0-9261-816B317B7B53}"/>
                </a:ext>
              </a:extLst>
            </p:cNvPr>
            <p:cNvSpPr/>
            <p:nvPr/>
          </p:nvSpPr>
          <p:spPr>
            <a:xfrm rot="16200000">
              <a:off x="25120721" y="3439552"/>
              <a:ext cx="1122481" cy="14002071"/>
            </a:xfrm>
            <a:prstGeom prst="roundRect">
              <a:avLst>
                <a:gd name="adj" fmla="val 24349"/>
              </a:avLst>
            </a:prstGeom>
            <a:gradFill flip="none" rotWithShape="1">
              <a:gsLst>
                <a:gs pos="0">
                  <a:srgbClr val="05324B"/>
                </a:gs>
                <a:gs pos="62000">
                  <a:srgbClr val="032030"/>
                </a:gs>
                <a:gs pos="76000">
                  <a:srgbClr val="032030"/>
                </a:gs>
                <a:gs pos="100000">
                  <a:srgbClr val="032030"/>
                </a:gs>
              </a:gsLst>
              <a:lin ang="2700000" scaled="1"/>
              <a:tileRect/>
            </a:gradFill>
            <a:ln>
              <a:solidFill>
                <a:srgbClr val="074365"/>
              </a:solidFill>
            </a:ln>
            <a:effectLst>
              <a:outerShdw blurRad="50800" dist="38100" dir="33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pt-BR" sz="3467" dirty="0">
                <a:solidFill>
                  <a:schemeClr val="bg1"/>
                </a:solidFill>
                <a:latin typeface="Din"/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CE3DAE02-4715-EF2D-C172-F88153BB8F0D}"/>
                </a:ext>
              </a:extLst>
            </p:cNvPr>
            <p:cNvSpPr txBox="1"/>
            <p:nvPr/>
          </p:nvSpPr>
          <p:spPr>
            <a:xfrm>
              <a:off x="18891466" y="10005809"/>
              <a:ext cx="13791531" cy="58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Din"/>
                </a:rPr>
                <a:t>Sales Insights – Análise por Canal e Região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F6A4ACD-3E7F-B6C4-2A6B-264DEEF83F35}"/>
                </a:ext>
              </a:extLst>
            </p:cNvPr>
            <p:cNvSpPr txBox="1"/>
            <p:nvPr/>
          </p:nvSpPr>
          <p:spPr>
            <a:xfrm>
              <a:off x="18891466" y="10581735"/>
              <a:ext cx="13791531" cy="346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bg2">
                      <a:lumMod val="90000"/>
                    </a:schemeClr>
                  </a:solidFill>
                  <a:latin typeface="Din"/>
                </a:rPr>
                <a:t>Bimbo Brasil</a:t>
              </a:r>
              <a:r>
                <a:rPr lang="pt-BR" sz="1400" b="0" i="0" dirty="0">
                  <a:solidFill>
                    <a:schemeClr val="bg2">
                      <a:lumMod val="90000"/>
                    </a:schemeClr>
                  </a:solidFill>
                  <a:effectLst/>
                  <a:latin typeface="Segoe UI" panose="020B0502040204020203" pitchFamily="34" charset="0"/>
                </a:rPr>
                <a:t> · Controladoria DNA</a:t>
              </a:r>
              <a:endParaRPr lang="pt-BR" sz="1400" dirty="0">
                <a:solidFill>
                  <a:schemeClr val="bg2">
                    <a:lumMod val="90000"/>
                  </a:schemeClr>
                </a:solidFill>
                <a:latin typeface="Din"/>
              </a:endParaRPr>
            </a:p>
          </p:txBody>
        </p:sp>
      </p:grp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280FB4B-0FAE-D4C1-D815-7B1019BB79EC}"/>
              </a:ext>
            </a:extLst>
          </p:cNvPr>
          <p:cNvSpPr/>
          <p:nvPr/>
        </p:nvSpPr>
        <p:spPr>
          <a:xfrm>
            <a:off x="26229453" y="11081482"/>
            <a:ext cx="7387446" cy="789075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Imagem 65" descr="Ícone&#10;&#10;O conteúdo gerado por IA pode estar incorreto.">
            <a:extLst>
              <a:ext uri="{FF2B5EF4-FFF2-40B4-BE49-F238E27FC236}">
                <a16:creationId xmlns:a16="http://schemas.microsoft.com/office/drawing/2014/main" id="{FCBCF875-51A5-BE5E-BB26-8E959C5922A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39" y="13678050"/>
            <a:ext cx="532661" cy="532661"/>
          </a:xfrm>
          <a:prstGeom prst="rect">
            <a:avLst/>
          </a:prstGeom>
        </p:spPr>
      </p:pic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9005CB5C-5EBD-91A3-C867-C01C7EC3E1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1586643"/>
            <a:ext cx="532661" cy="532661"/>
          </a:xfrm>
          <a:prstGeom prst="rect">
            <a:avLst/>
          </a:prstGeom>
        </p:spPr>
      </p:pic>
      <p:pic>
        <p:nvPicPr>
          <p:cNvPr id="68" name="Imagem 67" descr="Ícone&#10;&#10;O conteúdo gerado por IA pode estar incorreto.">
            <a:extLst>
              <a:ext uri="{FF2B5EF4-FFF2-40B4-BE49-F238E27FC236}">
                <a16:creationId xmlns:a16="http://schemas.microsoft.com/office/drawing/2014/main" id="{4FCB1D91-0D44-C435-BB2D-883767A1F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2646861"/>
            <a:ext cx="532660" cy="53266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BDDE4CC-970F-39EC-CE7F-7ED9790743F0}"/>
              </a:ext>
            </a:extLst>
          </p:cNvPr>
          <p:cNvSpPr/>
          <p:nvPr/>
        </p:nvSpPr>
        <p:spPr>
          <a:xfrm>
            <a:off x="18709573" y="15935112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6C27F2C-5D4F-53D0-2066-78C66A8AB731}"/>
              </a:ext>
            </a:extLst>
          </p:cNvPr>
          <p:cNvSpPr/>
          <p:nvPr/>
        </p:nvSpPr>
        <p:spPr>
          <a:xfrm>
            <a:off x="18709574" y="12748980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C45AA47B-96C9-F4A3-64F1-C8AB67B5A52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027" y="10066769"/>
            <a:ext cx="713039" cy="713039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CB16271-11BF-4E42-4F20-9BFFD7B27640}"/>
              </a:ext>
            </a:extLst>
          </p:cNvPr>
          <p:cNvSpPr/>
          <p:nvPr/>
        </p:nvSpPr>
        <p:spPr>
          <a:xfrm>
            <a:off x="23721019" y="11068944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4748862-73B5-3616-6E54-5CDF8E180BAC}"/>
              </a:ext>
            </a:extLst>
          </p:cNvPr>
          <p:cNvSpPr/>
          <p:nvPr/>
        </p:nvSpPr>
        <p:spPr>
          <a:xfrm>
            <a:off x="21215296" y="11081482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25F0E46-250C-6F37-9D3D-8933275ED64F}"/>
              </a:ext>
            </a:extLst>
          </p:cNvPr>
          <p:cNvSpPr/>
          <p:nvPr/>
        </p:nvSpPr>
        <p:spPr>
          <a:xfrm>
            <a:off x="18709573" y="11068944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3849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C00C-D6C8-8316-9F8C-DAB59E87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734784B-336B-5B0A-CAE8-89134B7CDA3B}"/>
              </a:ext>
            </a:extLst>
          </p:cNvPr>
          <p:cNvSpPr/>
          <p:nvPr/>
        </p:nvSpPr>
        <p:spPr>
          <a:xfrm>
            <a:off x="17472027" y="9852690"/>
            <a:ext cx="16255996" cy="911954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B5E8C01-573C-0933-91B3-44613B623AEB}"/>
              </a:ext>
            </a:extLst>
          </p:cNvPr>
          <p:cNvSpPr/>
          <p:nvPr/>
        </p:nvSpPr>
        <p:spPr>
          <a:xfrm>
            <a:off x="17587321" y="9925420"/>
            <a:ext cx="995739" cy="9046812"/>
          </a:xfrm>
          <a:prstGeom prst="roundRect">
            <a:avLst>
              <a:gd name="adj" fmla="val 24349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pt-BR" sz="3467" dirty="0">
              <a:solidFill>
                <a:schemeClr val="bg1"/>
              </a:solidFill>
              <a:latin typeface="Din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A3BCD41-F70C-59A3-DBC1-75599DBB30CD}"/>
              </a:ext>
            </a:extLst>
          </p:cNvPr>
          <p:cNvGrpSpPr/>
          <p:nvPr/>
        </p:nvGrpSpPr>
        <p:grpSpPr>
          <a:xfrm>
            <a:off x="18698354" y="9925420"/>
            <a:ext cx="14918545" cy="995739"/>
            <a:chOff x="18680926" y="9879347"/>
            <a:chExt cx="14002071" cy="1122481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E3949316-1C71-5464-88E2-DB07C04BDA44}"/>
                </a:ext>
              </a:extLst>
            </p:cNvPr>
            <p:cNvSpPr/>
            <p:nvPr/>
          </p:nvSpPr>
          <p:spPr>
            <a:xfrm rot="16200000">
              <a:off x="25120721" y="3439552"/>
              <a:ext cx="1122481" cy="14002071"/>
            </a:xfrm>
            <a:prstGeom prst="roundRect">
              <a:avLst>
                <a:gd name="adj" fmla="val 24349"/>
              </a:avLst>
            </a:prstGeom>
            <a:gradFill flip="none" rotWithShape="1">
              <a:gsLst>
                <a:gs pos="0">
                  <a:srgbClr val="05324B"/>
                </a:gs>
                <a:gs pos="62000">
                  <a:srgbClr val="032030"/>
                </a:gs>
                <a:gs pos="76000">
                  <a:srgbClr val="032030"/>
                </a:gs>
                <a:gs pos="100000">
                  <a:srgbClr val="032030"/>
                </a:gs>
              </a:gsLst>
              <a:lin ang="2700000" scaled="1"/>
              <a:tileRect/>
            </a:gradFill>
            <a:ln>
              <a:solidFill>
                <a:srgbClr val="074365"/>
              </a:solidFill>
            </a:ln>
            <a:effectLst>
              <a:outerShdw blurRad="50800" dist="38100" dir="33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pt-BR" sz="3467" dirty="0">
                <a:solidFill>
                  <a:schemeClr val="bg1"/>
                </a:solidFill>
                <a:latin typeface="Din"/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EEA27806-B63E-0A54-9287-8347C00D9D8B}"/>
                </a:ext>
              </a:extLst>
            </p:cNvPr>
            <p:cNvSpPr txBox="1"/>
            <p:nvPr/>
          </p:nvSpPr>
          <p:spPr>
            <a:xfrm>
              <a:off x="18891466" y="10005809"/>
              <a:ext cx="13791531" cy="58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Din"/>
                </a:rPr>
                <a:t>Sales Insights – </a:t>
              </a:r>
              <a:r>
                <a:rPr lang="pt-BR" sz="2800" b="1" dirty="0" err="1">
                  <a:solidFill>
                    <a:schemeClr val="bg1"/>
                  </a:solidFill>
                  <a:latin typeface="Din"/>
                </a:rPr>
                <a:t>Drill-down</a:t>
              </a:r>
              <a:r>
                <a:rPr lang="pt-BR" sz="2800" b="1" dirty="0">
                  <a:solidFill>
                    <a:schemeClr val="bg1"/>
                  </a:solidFill>
                  <a:latin typeface="Din"/>
                </a:rPr>
                <a:t> Produto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145F0E0-DE3B-3C22-1787-CFDD67C6017E}"/>
                </a:ext>
              </a:extLst>
            </p:cNvPr>
            <p:cNvSpPr txBox="1"/>
            <p:nvPr/>
          </p:nvSpPr>
          <p:spPr>
            <a:xfrm>
              <a:off x="18891466" y="10581735"/>
              <a:ext cx="13791531" cy="346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bg2">
                      <a:lumMod val="90000"/>
                    </a:schemeClr>
                  </a:solidFill>
                  <a:latin typeface="Din"/>
                </a:rPr>
                <a:t>Bimbo Brasil</a:t>
              </a:r>
              <a:r>
                <a:rPr lang="pt-BR" sz="1400" b="0" i="0" dirty="0">
                  <a:solidFill>
                    <a:schemeClr val="bg2">
                      <a:lumMod val="90000"/>
                    </a:schemeClr>
                  </a:solidFill>
                  <a:effectLst/>
                  <a:latin typeface="Segoe UI" panose="020B0502040204020203" pitchFamily="34" charset="0"/>
                </a:rPr>
                <a:t> · Controladoria DNA</a:t>
              </a:r>
              <a:endParaRPr lang="pt-BR" sz="1400" dirty="0">
                <a:solidFill>
                  <a:schemeClr val="bg2">
                    <a:lumMod val="90000"/>
                  </a:schemeClr>
                </a:solidFill>
                <a:latin typeface="Din"/>
              </a:endParaRPr>
            </a:p>
          </p:txBody>
        </p:sp>
      </p:grp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DAF142CE-62C0-3DB5-8CA7-DFF2843A85CB}"/>
              </a:ext>
            </a:extLst>
          </p:cNvPr>
          <p:cNvSpPr/>
          <p:nvPr/>
        </p:nvSpPr>
        <p:spPr>
          <a:xfrm>
            <a:off x="18698354" y="11081482"/>
            <a:ext cx="7387446" cy="4704618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Imagem 65" descr="Ícone&#10;&#10;O conteúdo gerado por IA pode estar incorreto.">
            <a:extLst>
              <a:ext uri="{FF2B5EF4-FFF2-40B4-BE49-F238E27FC236}">
                <a16:creationId xmlns:a16="http://schemas.microsoft.com/office/drawing/2014/main" id="{94B61170-BFEF-EDD8-1E31-0C6D7F673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39" y="13678050"/>
            <a:ext cx="532661" cy="53266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67" name="Imagem 66" descr="Ícone&#10;&#10;O conteúdo gerado por IA pode estar incorreto.">
            <a:extLst>
              <a:ext uri="{FF2B5EF4-FFF2-40B4-BE49-F238E27FC236}">
                <a16:creationId xmlns:a16="http://schemas.microsoft.com/office/drawing/2014/main" id="{06012035-4478-657F-4FF9-53A21411A1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1586643"/>
            <a:ext cx="532661" cy="532661"/>
          </a:xfrm>
          <a:prstGeom prst="rect">
            <a:avLst/>
          </a:prstGeom>
        </p:spPr>
      </p:pic>
      <p:pic>
        <p:nvPicPr>
          <p:cNvPr id="68" name="Imagem 67" descr="Ícone&#10;&#10;O conteúdo gerado por IA pode estar incorreto.">
            <a:extLst>
              <a:ext uri="{FF2B5EF4-FFF2-40B4-BE49-F238E27FC236}">
                <a16:creationId xmlns:a16="http://schemas.microsoft.com/office/drawing/2014/main" id="{2C835528-2E3A-2F77-9C8F-C3B863DC011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40" y="12646861"/>
            <a:ext cx="532660" cy="53266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C38052B-F099-2B39-E07B-E41CB4D40C66}"/>
              </a:ext>
            </a:extLst>
          </p:cNvPr>
          <p:cNvSpPr/>
          <p:nvPr/>
        </p:nvSpPr>
        <p:spPr>
          <a:xfrm>
            <a:off x="26215273" y="15935112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847DABB-DCF0-6EDB-A245-0C3CE0432DB6}"/>
              </a:ext>
            </a:extLst>
          </p:cNvPr>
          <p:cNvSpPr/>
          <p:nvPr/>
        </p:nvSpPr>
        <p:spPr>
          <a:xfrm>
            <a:off x="26215274" y="12748980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FEA4FEF-EF9F-C5BD-AD59-23609B29861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027" y="10066769"/>
            <a:ext cx="713039" cy="713039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DFF816-B376-371E-4845-D381A9324BD7}"/>
              </a:ext>
            </a:extLst>
          </p:cNvPr>
          <p:cNvSpPr/>
          <p:nvPr/>
        </p:nvSpPr>
        <p:spPr>
          <a:xfrm>
            <a:off x="31226719" y="11068944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62E950C-EC96-DE6E-BB47-366C5B2B51BB}"/>
              </a:ext>
            </a:extLst>
          </p:cNvPr>
          <p:cNvSpPr/>
          <p:nvPr/>
        </p:nvSpPr>
        <p:spPr>
          <a:xfrm>
            <a:off x="28720996" y="11081482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26C1A11-8125-9D24-F7F0-EF8CBABD4CD2}"/>
              </a:ext>
            </a:extLst>
          </p:cNvPr>
          <p:cNvSpPr/>
          <p:nvPr/>
        </p:nvSpPr>
        <p:spPr>
          <a:xfrm>
            <a:off x="26215273" y="11068944"/>
            <a:ext cx="2376000" cy="151971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75C0853-5F81-7454-6507-971944F2F6B1}"/>
              </a:ext>
            </a:extLst>
          </p:cNvPr>
          <p:cNvSpPr/>
          <p:nvPr/>
        </p:nvSpPr>
        <p:spPr>
          <a:xfrm>
            <a:off x="18698354" y="15935112"/>
            <a:ext cx="7387446" cy="303712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2488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lector Switch 2 Clip Art at Clker.com - vector clip art online, royalty  free &amp; public domain">
            <a:extLst>
              <a:ext uri="{FF2B5EF4-FFF2-40B4-BE49-F238E27FC236}">
                <a16:creationId xmlns:a16="http://schemas.microsoft.com/office/drawing/2014/main" id="{2A029274-DF9D-6111-6484-2B3E783AF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rgbClr val="1D711D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5795" y="16151285"/>
            <a:ext cx="1741063" cy="170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elector Switch 2 Clip Art at Clker.com - vector clip art online, royalty  free &amp; public domain">
            <a:extLst>
              <a:ext uri="{FF2B5EF4-FFF2-40B4-BE49-F238E27FC236}">
                <a16:creationId xmlns:a16="http://schemas.microsoft.com/office/drawing/2014/main" id="{793D47B7-D5C4-AD05-8E2F-F3BFD8F03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75265" y="12696883"/>
            <a:ext cx="1741063" cy="170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98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B798-E250-5226-4674-2F3941D4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FD79C7C-3C4C-5047-0354-51053C4B79D7}"/>
              </a:ext>
            </a:extLst>
          </p:cNvPr>
          <p:cNvSpPr/>
          <p:nvPr/>
        </p:nvSpPr>
        <p:spPr>
          <a:xfrm>
            <a:off x="17530613" y="9828224"/>
            <a:ext cx="16255996" cy="9143995"/>
          </a:xfrm>
          <a:prstGeom prst="roundRect">
            <a:avLst>
              <a:gd name="adj" fmla="val 2717"/>
            </a:avLst>
          </a:prstGeom>
          <a:solidFill>
            <a:srgbClr val="0F0E15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A7E96D7-0228-4527-5A5E-E75EA2B9464D}"/>
              </a:ext>
            </a:extLst>
          </p:cNvPr>
          <p:cNvSpPr/>
          <p:nvPr/>
        </p:nvSpPr>
        <p:spPr>
          <a:xfrm>
            <a:off x="27054629" y="10931315"/>
            <a:ext cx="2522326" cy="3887771"/>
          </a:xfrm>
          <a:prstGeom prst="roundRect">
            <a:avLst>
              <a:gd name="adj" fmla="val 9341"/>
            </a:avLst>
          </a:prstGeom>
          <a:solidFill>
            <a:srgbClr val="021722"/>
          </a:solidFill>
          <a:ln>
            <a:solidFill>
              <a:srgbClr val="0318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12" name="Imagem 11" descr="Ícone&#10;&#10;O conteúdo gerado por IA pode estar incorreto.">
            <a:extLst>
              <a:ext uri="{FF2B5EF4-FFF2-40B4-BE49-F238E27FC236}">
                <a16:creationId xmlns:a16="http://schemas.microsoft.com/office/drawing/2014/main" id="{D04D8ACA-A377-6FA6-EC9C-B15A7B22C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8141" y="11078143"/>
            <a:ext cx="568624" cy="56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46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008EB-38E0-474D-60A6-26EA8F71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AD6C141-DEC8-8565-1716-24689F1554EE}"/>
              </a:ext>
            </a:extLst>
          </p:cNvPr>
          <p:cNvSpPr/>
          <p:nvPr/>
        </p:nvSpPr>
        <p:spPr>
          <a:xfrm>
            <a:off x="20094238" y="11281014"/>
            <a:ext cx="8716591" cy="7533796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F94C769-753C-DA72-7B3E-F8D5DA2C5086}"/>
              </a:ext>
            </a:extLst>
          </p:cNvPr>
          <p:cNvSpPr/>
          <p:nvPr/>
        </p:nvSpPr>
        <p:spPr>
          <a:xfrm>
            <a:off x="20372372" y="13164930"/>
            <a:ext cx="3890130" cy="1882981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38F2C06-13F9-4809-541D-DD1E667A76D2}"/>
              </a:ext>
            </a:extLst>
          </p:cNvPr>
          <p:cNvSpPr/>
          <p:nvPr/>
        </p:nvSpPr>
        <p:spPr>
          <a:xfrm>
            <a:off x="20372372" y="11635685"/>
            <a:ext cx="8160322" cy="121364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 dirty="0">
                <a:solidFill>
                  <a:schemeClr val="bg1"/>
                </a:solidFill>
                <a:latin typeface="Din"/>
              </a:rPr>
              <a:t>Comportamento de </a:t>
            </a:r>
            <a:r>
              <a:rPr lang="pt-BR" sz="4400" b="1" dirty="0" err="1">
                <a:solidFill>
                  <a:schemeClr val="bg1"/>
                </a:solidFill>
                <a:latin typeface="Din"/>
              </a:rPr>
              <a:t>Churn</a:t>
            </a:r>
            <a:endParaRPr lang="pt-BR" sz="4400" b="1" dirty="0">
              <a:solidFill>
                <a:schemeClr val="bg1"/>
              </a:solidFill>
              <a:latin typeface="Din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3D63697-AF21-F0E5-4C28-20AF7486B378}"/>
              </a:ext>
            </a:extLst>
          </p:cNvPr>
          <p:cNvSpPr/>
          <p:nvPr/>
        </p:nvSpPr>
        <p:spPr>
          <a:xfrm>
            <a:off x="24642564" y="13164930"/>
            <a:ext cx="3890130" cy="1882981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3634488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96E5-D4E0-9F25-D86E-782A7CBE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6FA3653-CB6B-5E34-85DF-98B9FB0444CE}"/>
              </a:ext>
            </a:extLst>
          </p:cNvPr>
          <p:cNvSpPr/>
          <p:nvPr/>
        </p:nvSpPr>
        <p:spPr>
          <a:xfrm>
            <a:off x="17697870" y="11242142"/>
            <a:ext cx="13889388" cy="7611537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CE955B7-7EA3-0E70-3649-05D6832CA8C0}"/>
              </a:ext>
            </a:extLst>
          </p:cNvPr>
          <p:cNvSpPr/>
          <p:nvPr/>
        </p:nvSpPr>
        <p:spPr>
          <a:xfrm>
            <a:off x="18084800" y="11635685"/>
            <a:ext cx="13068300" cy="121364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 dirty="0">
                <a:solidFill>
                  <a:schemeClr val="bg1"/>
                </a:solidFill>
                <a:latin typeface="Din"/>
              </a:rPr>
              <a:t>Variação </a:t>
            </a:r>
            <a:r>
              <a:rPr lang="pt-BR" sz="4400" b="1" dirty="0" err="1">
                <a:solidFill>
                  <a:schemeClr val="bg1"/>
                </a:solidFill>
                <a:latin typeface="Din"/>
              </a:rPr>
              <a:t>YoY</a:t>
            </a:r>
            <a:r>
              <a:rPr lang="pt-BR" sz="4400" b="1" dirty="0">
                <a:solidFill>
                  <a:schemeClr val="bg1"/>
                </a:solidFill>
                <a:latin typeface="Din"/>
              </a:rPr>
              <a:t>(%) Market </a:t>
            </a:r>
            <a:r>
              <a:rPr lang="pt-BR" sz="4400" b="1" dirty="0" err="1">
                <a:solidFill>
                  <a:schemeClr val="bg1"/>
                </a:solidFill>
                <a:latin typeface="Din"/>
              </a:rPr>
              <a:t>Share</a:t>
            </a:r>
            <a:endParaRPr lang="pt-BR" sz="4400" b="1" dirty="0">
              <a:solidFill>
                <a:schemeClr val="bg1"/>
              </a:solidFill>
              <a:latin typeface="Din"/>
            </a:endParaRPr>
          </a:p>
        </p:txBody>
      </p:sp>
    </p:spTree>
    <p:extLst>
      <p:ext uri="{BB962C8B-B14F-4D97-AF65-F5344CB8AC3E}">
        <p14:creationId xmlns:p14="http://schemas.microsoft.com/office/powerpoint/2010/main" val="314056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DFFC-0242-5400-720D-2EB03165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920EC2C-9E0A-D5CC-1176-FEB5C70C5E87}"/>
              </a:ext>
            </a:extLst>
          </p:cNvPr>
          <p:cNvSpPr/>
          <p:nvPr/>
        </p:nvSpPr>
        <p:spPr>
          <a:xfrm>
            <a:off x="17697870" y="11242142"/>
            <a:ext cx="13889388" cy="7611537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0ED9D1C-9238-C9A9-8043-69CAF7A0510C}"/>
              </a:ext>
            </a:extLst>
          </p:cNvPr>
          <p:cNvSpPr/>
          <p:nvPr/>
        </p:nvSpPr>
        <p:spPr>
          <a:xfrm>
            <a:off x="18084800" y="11635685"/>
            <a:ext cx="13068300" cy="121364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 dirty="0">
                <a:solidFill>
                  <a:schemeClr val="bg1"/>
                </a:solidFill>
                <a:latin typeface="Din"/>
              </a:rPr>
              <a:t>Variação </a:t>
            </a:r>
            <a:r>
              <a:rPr lang="pt-BR" sz="4400" b="1" dirty="0" err="1">
                <a:solidFill>
                  <a:schemeClr val="bg1"/>
                </a:solidFill>
                <a:latin typeface="Din"/>
              </a:rPr>
              <a:t>YoY</a:t>
            </a:r>
            <a:r>
              <a:rPr lang="pt-BR" sz="4400" b="1" dirty="0">
                <a:solidFill>
                  <a:schemeClr val="bg1"/>
                </a:solidFill>
                <a:latin typeface="Din"/>
              </a:rPr>
              <a:t>(%) Unidades Vendidas</a:t>
            </a:r>
          </a:p>
        </p:txBody>
      </p:sp>
    </p:spTree>
    <p:extLst>
      <p:ext uri="{BB962C8B-B14F-4D97-AF65-F5344CB8AC3E}">
        <p14:creationId xmlns:p14="http://schemas.microsoft.com/office/powerpoint/2010/main" val="392494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52CC-89D5-2710-7D87-2A2E2CFF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C759720-71A5-1FCB-8BB1-A173F10EDD06}"/>
              </a:ext>
            </a:extLst>
          </p:cNvPr>
          <p:cNvSpPr/>
          <p:nvPr/>
        </p:nvSpPr>
        <p:spPr>
          <a:xfrm>
            <a:off x="17697870" y="11242142"/>
            <a:ext cx="13889388" cy="7611537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FD3E36B-204D-5D77-C84C-6FCBBB86874D}"/>
              </a:ext>
            </a:extLst>
          </p:cNvPr>
          <p:cNvSpPr/>
          <p:nvPr/>
        </p:nvSpPr>
        <p:spPr>
          <a:xfrm>
            <a:off x="18084800" y="11635685"/>
            <a:ext cx="13068300" cy="121364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 dirty="0">
                <a:solidFill>
                  <a:schemeClr val="bg1"/>
                </a:solidFill>
                <a:latin typeface="Din"/>
              </a:rPr>
              <a:t>Unidades Vendidas por Mês</a:t>
            </a:r>
          </a:p>
        </p:txBody>
      </p:sp>
    </p:spTree>
    <p:extLst>
      <p:ext uri="{BB962C8B-B14F-4D97-AF65-F5344CB8AC3E}">
        <p14:creationId xmlns:p14="http://schemas.microsoft.com/office/powerpoint/2010/main" val="3329092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F169-882E-C49F-07C7-B586FB77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8B1D70E-38EA-4978-D7AA-82942598F725}"/>
              </a:ext>
            </a:extLst>
          </p:cNvPr>
          <p:cNvSpPr/>
          <p:nvPr/>
        </p:nvSpPr>
        <p:spPr>
          <a:xfrm>
            <a:off x="17697870" y="11242142"/>
            <a:ext cx="13889388" cy="7611537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6623BDE-B98F-C50A-0504-92BBAC82DFBE}"/>
              </a:ext>
            </a:extLst>
          </p:cNvPr>
          <p:cNvSpPr/>
          <p:nvPr/>
        </p:nvSpPr>
        <p:spPr>
          <a:xfrm>
            <a:off x="18084800" y="11635685"/>
            <a:ext cx="13068300" cy="121364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 dirty="0">
                <a:solidFill>
                  <a:schemeClr val="bg1"/>
                </a:solidFill>
                <a:latin typeface="Din"/>
              </a:rPr>
              <a:t>Variação </a:t>
            </a:r>
            <a:r>
              <a:rPr lang="pt-BR" sz="4400" b="1" dirty="0" err="1">
                <a:solidFill>
                  <a:schemeClr val="bg1"/>
                </a:solidFill>
                <a:latin typeface="Din"/>
              </a:rPr>
              <a:t>YoY</a:t>
            </a:r>
            <a:r>
              <a:rPr lang="pt-BR" sz="4400" b="1" dirty="0">
                <a:solidFill>
                  <a:schemeClr val="bg1"/>
                </a:solidFill>
                <a:latin typeface="Din"/>
              </a:rPr>
              <a:t>(%) </a:t>
            </a:r>
            <a:r>
              <a:rPr lang="pt-BR" sz="4400" b="1" dirty="0" err="1">
                <a:solidFill>
                  <a:schemeClr val="bg1"/>
                </a:solidFill>
                <a:latin typeface="Din"/>
              </a:rPr>
              <a:t>Churn</a:t>
            </a:r>
            <a:r>
              <a:rPr lang="pt-BR" sz="4400" b="1" dirty="0">
                <a:solidFill>
                  <a:schemeClr val="bg1"/>
                </a:solidFill>
                <a:latin typeface="Din"/>
              </a:rPr>
              <a:t> Clientes</a:t>
            </a:r>
          </a:p>
        </p:txBody>
      </p:sp>
    </p:spTree>
    <p:extLst>
      <p:ext uri="{BB962C8B-B14F-4D97-AF65-F5344CB8AC3E}">
        <p14:creationId xmlns:p14="http://schemas.microsoft.com/office/powerpoint/2010/main" val="41281455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D8796E1EBEF0447B8A50267FB38BA07" ma:contentTypeVersion="21" ma:contentTypeDescription="Crie um novo documento." ma:contentTypeScope="" ma:versionID="51b69d7bf1e80634fb6243a48f7b967a">
  <xsd:schema xmlns:xsd="http://www.w3.org/2001/XMLSchema" xmlns:xs="http://www.w3.org/2001/XMLSchema" xmlns:p="http://schemas.microsoft.com/office/2006/metadata/properties" xmlns:ns1="http://schemas.microsoft.com/sharepoint/v3" xmlns:ns2="137de72a-d4ba-42bd-86fe-71b4bed90a39" xmlns:ns3="996f600e-0733-4526-a0fb-b18e680a05e7" targetNamespace="http://schemas.microsoft.com/office/2006/metadata/properties" ma:root="true" ma:fieldsID="ff2cafffd62144788c92268155a1b106" ns1:_="" ns2:_="" ns3:_="">
    <xsd:import namespace="http://schemas.microsoft.com/sharepoint/v3"/>
    <xsd:import namespace="137de72a-d4ba-42bd-86fe-71b4bed90a39"/>
    <xsd:import namespace="996f600e-0733-4526-a0fb-b18e680a05e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3:MediaLengthInSecond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7de72a-d4ba-42bd-86fe-71b4bed90a3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7c29a83d-9d72-4be0-874c-6931bbb95da7}" ma:internalName="TaxCatchAll" ma:showField="CatchAllData" ma:web="137de72a-d4ba-42bd-86fe-71b4bed90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6f600e-0733-4526-a0fb-b18e680a05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2" nillable="true" ma:displayName="Status de liberação" ma:internalName="Status_x0020_de_x0020_libera_x00e7__x00e3_o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6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ac124d-5430-4444-b94a-4a207a2bbe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996f600e-0733-4526-a0fb-b18e680a05e7">
      <Terms xmlns="http://schemas.microsoft.com/office/infopath/2007/PartnerControls"/>
    </lcf76f155ced4ddcb4097134ff3c332f>
    <TaxCatchAll xmlns="137de72a-d4ba-42bd-86fe-71b4bed90a39" xsi:nil="true"/>
    <_ip_UnifiedCompliancePolicyProperties xmlns="http://schemas.microsoft.com/sharepoint/v3" xsi:nil="true"/>
    <_Flow_SignoffStatus xmlns="996f600e-0733-4526-a0fb-b18e680a05e7" xsi:nil="true"/>
  </documentManagement>
</p:properties>
</file>

<file path=customXml/itemProps1.xml><?xml version="1.0" encoding="utf-8"?>
<ds:datastoreItem xmlns:ds="http://schemas.openxmlformats.org/officeDocument/2006/customXml" ds:itemID="{56FEFCE5-4A7D-48BD-A3A8-BA9D11A8CF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37de72a-d4ba-42bd-86fe-71b4bed90a39"/>
    <ds:schemaRef ds:uri="996f600e-0733-4526-a0fb-b18e680a05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E51230-9E4E-4FDB-9D86-2789E42C67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FDE38A-F306-4C4A-AFC1-208A8755E640}">
  <ds:schemaRefs>
    <ds:schemaRef ds:uri="http://purl.org/dc/elements/1.1/"/>
    <ds:schemaRef ds:uri="http://schemas.microsoft.com/sharepoint/v3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996f600e-0733-4526-a0fb-b18e680a05e7"/>
    <ds:schemaRef ds:uri="http://schemas.microsoft.com/office/2006/metadata/properties"/>
    <ds:schemaRef ds:uri="137de72a-d4ba-42bd-86fe-71b4bed90a3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17642</TotalTime>
  <Words>65</Words>
  <Application>Microsoft Office PowerPoint</Application>
  <PresentationFormat>Personalizar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Din</vt:lpstr>
      <vt:lpstr>Segoe UI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Renan Santos Ferreira</cp:lastModifiedBy>
  <cp:revision>84</cp:revision>
  <dcterms:created xsi:type="dcterms:W3CDTF">2021-01-25T21:40:29Z</dcterms:created>
  <dcterms:modified xsi:type="dcterms:W3CDTF">2026-04-21T18:20:29Z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a52d44-af58-4f66-8659-3c1b8d659d72_Enabled">
    <vt:lpwstr>true</vt:lpwstr>
  </property>
  <property fmtid="{D5CDD505-2E9C-101B-9397-08002B2CF9AE}" pid="3" name="MSIP_Label_3ba52d44-af58-4f66-8659-3c1b8d659d72_SetDate">
    <vt:lpwstr>2025-04-21T17:37:46Z</vt:lpwstr>
  </property>
  <property fmtid="{D5CDD505-2E9C-101B-9397-08002B2CF9AE}" pid="4" name="MSIP_Label_3ba52d44-af58-4f66-8659-3c1b8d659d72_Method">
    <vt:lpwstr>Privileged</vt:lpwstr>
  </property>
  <property fmtid="{D5CDD505-2E9C-101B-9397-08002B2CF9AE}" pid="5" name="MSIP_Label_3ba52d44-af58-4f66-8659-3c1b8d659d72_Name">
    <vt:lpwstr>3ba52d44-af58-4f66-8659-3c1b8d659d72</vt:lpwstr>
  </property>
  <property fmtid="{D5CDD505-2E9C-101B-9397-08002B2CF9AE}" pid="6" name="MSIP_Label_3ba52d44-af58-4f66-8659-3c1b8d659d72_SiteId">
    <vt:lpwstr>461fd7ef-0eb3-4420-b044-310dc2914d64</vt:lpwstr>
  </property>
  <property fmtid="{D5CDD505-2E9C-101B-9397-08002B2CF9AE}" pid="7" name="MSIP_Label_3ba52d44-af58-4f66-8659-3c1b8d659d72_ActionId">
    <vt:lpwstr>7ef89e69-af4a-4a1c-ba6c-35ca88c6a98d</vt:lpwstr>
  </property>
  <property fmtid="{D5CDD505-2E9C-101B-9397-08002B2CF9AE}" pid="8" name="MSIP_Label_3ba52d44-af58-4f66-8659-3c1b8d659d72_ContentBits">
    <vt:lpwstr>2</vt:lpwstr>
  </property>
  <property fmtid="{D5CDD505-2E9C-101B-9397-08002B2CF9AE}" pid="9" name="MSIP_Label_3ba52d44-af58-4f66-8659-3c1b8d659d72_Tag">
    <vt:lpwstr>10, 0, 1, 1</vt:lpwstr>
  </property>
  <property fmtid="{D5CDD505-2E9C-101B-9397-08002B2CF9AE}" pid="10" name="ClassificationContentMarkingFooterLocations">
    <vt:lpwstr>Tema do Office:8</vt:lpwstr>
  </property>
  <property fmtid="{D5CDD505-2E9C-101B-9397-08002B2CF9AE}" pid="11" name="ClassificationContentMarkingFooterText">
    <vt:lpwstr>This content is Internal.</vt:lpwstr>
  </property>
  <property fmtid="{D5CDD505-2E9C-101B-9397-08002B2CF9AE}" pid="12" name="ContentTypeId">
    <vt:lpwstr>0x010100BD8796E1EBEF0447B8A50267FB38BA07</vt:lpwstr>
  </property>
</Properties>
</file>